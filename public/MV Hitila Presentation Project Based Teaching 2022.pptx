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 bookmarkIdSeed="6">
  <p:sldMasterIdLst>
    <p:sldMasterId id="2147483676" r:id="rId1"/>
  </p:sldMasterIdLst>
  <p:notesMasterIdLst>
    <p:notesMasterId r:id="rId13"/>
  </p:notesMasterIdLst>
  <p:handoutMasterIdLst>
    <p:handoutMasterId r:id="rId14"/>
  </p:handoutMasterIdLst>
  <p:sldIdLst>
    <p:sldId id="283" r:id="rId2"/>
    <p:sldId id="310" r:id="rId3"/>
    <p:sldId id="328" r:id="rId4"/>
    <p:sldId id="329" r:id="rId5"/>
    <p:sldId id="330" r:id="rId6"/>
    <p:sldId id="334" r:id="rId7"/>
    <p:sldId id="333" r:id="rId8"/>
    <p:sldId id="331" r:id="rId9"/>
    <p:sldId id="332" r:id="rId10"/>
    <p:sldId id="335" r:id="rId11"/>
    <p:sldId id="327" r:id="rId12"/>
  </p:sldIdLst>
  <p:sldSz cx="10150475" cy="7635875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62">
          <p15:clr>
            <a:srgbClr val="A4A3A4"/>
          </p15:clr>
        </p15:guide>
        <p15:guide id="2" pos="422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itila, Markus (NAS)" initials="HM(" lastIdx="2" clrIdx="0">
    <p:extLst>
      <p:ext uri="{19B8F6BF-5375-455C-9EA6-DF929625EA0E}">
        <p15:presenceInfo xmlns:p15="http://schemas.microsoft.com/office/powerpoint/2012/main" userId="S-1-5-21-1706773989-2871138300-1614656081-662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26D"/>
    <a:srgbClr val="141A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D9C442-CA84-4092-9ECC-3F653EC438F4}" v="1130" dt="2022-10-02T11:51:06.7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76" autoAdjust="0"/>
    <p:restoredTop sz="94249" autoAdjust="0"/>
  </p:normalViewPr>
  <p:slideViewPr>
    <p:cSldViewPr snapToGrid="0" snapToObjects="1">
      <p:cViewPr varScale="1">
        <p:scale>
          <a:sx n="64" d="100"/>
          <a:sy n="64" d="100"/>
        </p:scale>
        <p:origin x="1338" y="60"/>
      </p:cViewPr>
      <p:guideLst>
        <p:guide orient="horz" pos="462"/>
        <p:guide pos="422"/>
      </p:guideLst>
    </p:cSldViewPr>
  </p:slideViewPr>
  <p:outlineViewPr>
    <p:cViewPr>
      <p:scale>
        <a:sx n="33" d="100"/>
        <a:sy n="33" d="100"/>
      </p:scale>
      <p:origin x="0" y="-5337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455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tila, Markus" userId="58a62362-4420-408d-888a-77177b804f12" providerId="ADAL" clId="{ACD9C442-CA84-4092-9ECC-3F653EC438F4}"/>
    <pc:docChg chg="undo custSel addSld delSld modSld sldOrd">
      <pc:chgData name="Hitila, Markus" userId="58a62362-4420-408d-888a-77177b804f12" providerId="ADAL" clId="{ACD9C442-CA84-4092-9ECC-3F653EC438F4}" dt="2022-10-02T11:51:06.750" v="2997" actId="113"/>
      <pc:docMkLst>
        <pc:docMk/>
      </pc:docMkLst>
      <pc:sldChg chg="addSp delSp modSp mod">
        <pc:chgData name="Hitila, Markus" userId="58a62362-4420-408d-888a-77177b804f12" providerId="ADAL" clId="{ACD9C442-CA84-4092-9ECC-3F653EC438F4}" dt="2022-10-02T11:50:12.204" v="2988" actId="113"/>
        <pc:sldMkLst>
          <pc:docMk/>
          <pc:sldMk cId="2016411546" sldId="283"/>
        </pc:sldMkLst>
        <pc:spChg chg="add mod">
          <ac:chgData name="Hitila, Markus" userId="58a62362-4420-408d-888a-77177b804f12" providerId="ADAL" clId="{ACD9C442-CA84-4092-9ECC-3F653EC438F4}" dt="2022-10-02T11:49:58.507" v="2986" actId="113"/>
          <ac:spMkLst>
            <pc:docMk/>
            <pc:sldMk cId="2016411546" sldId="283"/>
            <ac:spMk id="2" creationId="{6EA4A4E4-F266-044F-FD00-7BE31D7EFAF4}"/>
          </ac:spMkLst>
        </pc:spChg>
        <pc:spChg chg="del mod">
          <ac:chgData name="Hitila, Markus" userId="58a62362-4420-408d-888a-77177b804f12" providerId="ADAL" clId="{ACD9C442-CA84-4092-9ECC-3F653EC438F4}" dt="2022-09-26T09:14:51.361" v="6"/>
          <ac:spMkLst>
            <pc:docMk/>
            <pc:sldMk cId="2016411546" sldId="283"/>
            <ac:spMk id="5123" creationId="{00000000-0000-0000-0000-000000000000}"/>
          </ac:spMkLst>
        </pc:spChg>
        <pc:spChg chg="mod">
          <ac:chgData name="Hitila, Markus" userId="58a62362-4420-408d-888a-77177b804f12" providerId="ADAL" clId="{ACD9C442-CA84-4092-9ECC-3F653EC438F4}" dt="2022-10-02T11:50:12.204" v="2988" actId="113"/>
          <ac:spMkLst>
            <pc:docMk/>
            <pc:sldMk cId="2016411546" sldId="283"/>
            <ac:spMk id="5124" creationId="{00000000-0000-0000-0000-000000000000}"/>
          </ac:spMkLst>
        </pc:spChg>
        <pc:spChg chg="del mod">
          <ac:chgData name="Hitila, Markus" userId="58a62362-4420-408d-888a-77177b804f12" providerId="ADAL" clId="{ACD9C442-CA84-4092-9ECC-3F653EC438F4}" dt="2022-09-26T09:14:29.562" v="1" actId="478"/>
          <ac:spMkLst>
            <pc:docMk/>
            <pc:sldMk cId="2016411546" sldId="283"/>
            <ac:spMk id="5125" creationId="{00000000-0000-0000-0000-000000000000}"/>
          </ac:spMkLst>
        </pc:spChg>
      </pc:sldChg>
      <pc:sldChg chg="del">
        <pc:chgData name="Hitila, Markus" userId="58a62362-4420-408d-888a-77177b804f12" providerId="ADAL" clId="{ACD9C442-CA84-4092-9ECC-3F653EC438F4}" dt="2022-09-26T09:19:49.486" v="92" actId="47"/>
        <pc:sldMkLst>
          <pc:docMk/>
          <pc:sldMk cId="840898999" sldId="284"/>
        </pc:sldMkLst>
      </pc:sldChg>
      <pc:sldChg chg="del">
        <pc:chgData name="Hitila, Markus" userId="58a62362-4420-408d-888a-77177b804f12" providerId="ADAL" clId="{ACD9C442-CA84-4092-9ECC-3F653EC438F4}" dt="2022-09-26T09:19:50.788" v="93" actId="47"/>
        <pc:sldMkLst>
          <pc:docMk/>
          <pc:sldMk cId="149932202" sldId="286"/>
        </pc:sldMkLst>
      </pc:sldChg>
      <pc:sldChg chg="del">
        <pc:chgData name="Hitila, Markus" userId="58a62362-4420-408d-888a-77177b804f12" providerId="ADAL" clId="{ACD9C442-CA84-4092-9ECC-3F653EC438F4}" dt="2022-09-26T09:19:53.877" v="96" actId="47"/>
        <pc:sldMkLst>
          <pc:docMk/>
          <pc:sldMk cId="1717075240" sldId="289"/>
        </pc:sldMkLst>
      </pc:sldChg>
      <pc:sldChg chg="del">
        <pc:chgData name="Hitila, Markus" userId="58a62362-4420-408d-888a-77177b804f12" providerId="ADAL" clId="{ACD9C442-CA84-4092-9ECC-3F653EC438F4}" dt="2022-09-26T09:19:55.798" v="98" actId="47"/>
        <pc:sldMkLst>
          <pc:docMk/>
          <pc:sldMk cId="4227286276" sldId="290"/>
        </pc:sldMkLst>
      </pc:sldChg>
      <pc:sldChg chg="del">
        <pc:chgData name="Hitila, Markus" userId="58a62362-4420-408d-888a-77177b804f12" providerId="ADAL" clId="{ACD9C442-CA84-4092-9ECC-3F653EC438F4}" dt="2022-09-26T09:19:54.849" v="97" actId="47"/>
        <pc:sldMkLst>
          <pc:docMk/>
          <pc:sldMk cId="3364120026" sldId="291"/>
        </pc:sldMkLst>
      </pc:sldChg>
      <pc:sldChg chg="del">
        <pc:chgData name="Hitila, Markus" userId="58a62362-4420-408d-888a-77177b804f12" providerId="ADAL" clId="{ACD9C442-CA84-4092-9ECC-3F653EC438F4}" dt="2022-09-26T09:19:57.756" v="100" actId="47"/>
        <pc:sldMkLst>
          <pc:docMk/>
          <pc:sldMk cId="2509225587" sldId="292"/>
        </pc:sldMkLst>
      </pc:sldChg>
      <pc:sldChg chg="del">
        <pc:chgData name="Hitila, Markus" userId="58a62362-4420-408d-888a-77177b804f12" providerId="ADAL" clId="{ACD9C442-CA84-4092-9ECC-3F653EC438F4}" dt="2022-09-26T09:19:58.874" v="101" actId="47"/>
        <pc:sldMkLst>
          <pc:docMk/>
          <pc:sldMk cId="869116181" sldId="293"/>
        </pc:sldMkLst>
      </pc:sldChg>
      <pc:sldChg chg="del">
        <pc:chgData name="Hitila, Markus" userId="58a62362-4420-408d-888a-77177b804f12" providerId="ADAL" clId="{ACD9C442-CA84-4092-9ECC-3F653EC438F4}" dt="2022-09-26T09:20:00.678" v="103" actId="47"/>
        <pc:sldMkLst>
          <pc:docMk/>
          <pc:sldMk cId="2396908201" sldId="294"/>
        </pc:sldMkLst>
      </pc:sldChg>
      <pc:sldChg chg="del">
        <pc:chgData name="Hitila, Markus" userId="58a62362-4420-408d-888a-77177b804f12" providerId="ADAL" clId="{ACD9C442-CA84-4092-9ECC-3F653EC438F4}" dt="2022-09-26T09:20:01.633" v="104" actId="47"/>
        <pc:sldMkLst>
          <pc:docMk/>
          <pc:sldMk cId="1536251617" sldId="296"/>
        </pc:sldMkLst>
      </pc:sldChg>
      <pc:sldChg chg="del">
        <pc:chgData name="Hitila, Markus" userId="58a62362-4420-408d-888a-77177b804f12" providerId="ADAL" clId="{ACD9C442-CA84-4092-9ECC-3F653EC438F4}" dt="2022-09-26T09:20:02.613" v="105" actId="47"/>
        <pc:sldMkLst>
          <pc:docMk/>
          <pc:sldMk cId="3146250882" sldId="297"/>
        </pc:sldMkLst>
      </pc:sldChg>
      <pc:sldChg chg="del">
        <pc:chgData name="Hitila, Markus" userId="58a62362-4420-408d-888a-77177b804f12" providerId="ADAL" clId="{ACD9C442-CA84-4092-9ECC-3F653EC438F4}" dt="2022-09-26T09:20:03.870" v="106" actId="47"/>
        <pc:sldMkLst>
          <pc:docMk/>
          <pc:sldMk cId="332486221" sldId="299"/>
        </pc:sldMkLst>
      </pc:sldChg>
      <pc:sldChg chg="del">
        <pc:chgData name="Hitila, Markus" userId="58a62362-4420-408d-888a-77177b804f12" providerId="ADAL" clId="{ACD9C442-CA84-4092-9ECC-3F653EC438F4}" dt="2022-09-26T09:19:56.752" v="99" actId="47"/>
        <pc:sldMkLst>
          <pc:docMk/>
          <pc:sldMk cId="1477524484" sldId="300"/>
        </pc:sldMkLst>
      </pc:sldChg>
      <pc:sldChg chg="del">
        <pc:chgData name="Hitila, Markus" userId="58a62362-4420-408d-888a-77177b804f12" providerId="ADAL" clId="{ACD9C442-CA84-4092-9ECC-3F653EC438F4}" dt="2022-09-26T09:20:08.898" v="110" actId="47"/>
        <pc:sldMkLst>
          <pc:docMk/>
          <pc:sldMk cId="3352836259" sldId="301"/>
        </pc:sldMkLst>
      </pc:sldChg>
      <pc:sldChg chg="del">
        <pc:chgData name="Hitila, Markus" userId="58a62362-4420-408d-888a-77177b804f12" providerId="ADAL" clId="{ACD9C442-CA84-4092-9ECC-3F653EC438F4}" dt="2022-09-26T09:20:11.134" v="112" actId="47"/>
        <pc:sldMkLst>
          <pc:docMk/>
          <pc:sldMk cId="3031072592" sldId="302"/>
        </pc:sldMkLst>
      </pc:sldChg>
      <pc:sldChg chg="del">
        <pc:chgData name="Hitila, Markus" userId="58a62362-4420-408d-888a-77177b804f12" providerId="ADAL" clId="{ACD9C442-CA84-4092-9ECC-3F653EC438F4}" dt="2022-09-26T09:20:10.101" v="111" actId="47"/>
        <pc:sldMkLst>
          <pc:docMk/>
          <pc:sldMk cId="318458366" sldId="303"/>
        </pc:sldMkLst>
      </pc:sldChg>
      <pc:sldChg chg="del">
        <pc:chgData name="Hitila, Markus" userId="58a62362-4420-408d-888a-77177b804f12" providerId="ADAL" clId="{ACD9C442-CA84-4092-9ECC-3F653EC438F4}" dt="2022-09-26T09:20:12.224" v="113" actId="47"/>
        <pc:sldMkLst>
          <pc:docMk/>
          <pc:sldMk cId="1429722840" sldId="304"/>
        </pc:sldMkLst>
      </pc:sldChg>
      <pc:sldChg chg="del">
        <pc:chgData name="Hitila, Markus" userId="58a62362-4420-408d-888a-77177b804f12" providerId="ADAL" clId="{ACD9C442-CA84-4092-9ECC-3F653EC438F4}" dt="2022-09-26T09:20:13.276" v="114" actId="47"/>
        <pc:sldMkLst>
          <pc:docMk/>
          <pc:sldMk cId="86562253" sldId="305"/>
        </pc:sldMkLst>
      </pc:sldChg>
      <pc:sldChg chg="del">
        <pc:chgData name="Hitila, Markus" userId="58a62362-4420-408d-888a-77177b804f12" providerId="ADAL" clId="{ACD9C442-CA84-4092-9ECC-3F653EC438F4}" dt="2022-09-26T09:20:14.177" v="115" actId="47"/>
        <pc:sldMkLst>
          <pc:docMk/>
          <pc:sldMk cId="3547509038" sldId="306"/>
        </pc:sldMkLst>
      </pc:sldChg>
      <pc:sldChg chg="del">
        <pc:chgData name="Hitila, Markus" userId="58a62362-4420-408d-888a-77177b804f12" providerId="ADAL" clId="{ACD9C442-CA84-4092-9ECC-3F653EC438F4}" dt="2022-09-26T09:20:20.576" v="122" actId="47"/>
        <pc:sldMkLst>
          <pc:docMk/>
          <pc:sldMk cId="3201592288" sldId="307"/>
        </pc:sldMkLst>
      </pc:sldChg>
      <pc:sldChg chg="addSp modSp mod setBg">
        <pc:chgData name="Hitila, Markus" userId="58a62362-4420-408d-888a-77177b804f12" providerId="ADAL" clId="{ACD9C442-CA84-4092-9ECC-3F653EC438F4}" dt="2022-10-02T11:45:53.101" v="2956" actId="120"/>
        <pc:sldMkLst>
          <pc:docMk/>
          <pc:sldMk cId="3622975239" sldId="310"/>
        </pc:sldMkLst>
        <pc:spChg chg="mod ord">
          <ac:chgData name="Hitila, Markus" userId="58a62362-4420-408d-888a-77177b804f12" providerId="ADAL" clId="{ACD9C442-CA84-4092-9ECC-3F653EC438F4}" dt="2022-10-02T11:45:28.337" v="2950" actId="207"/>
          <ac:spMkLst>
            <pc:docMk/>
            <pc:sldMk cId="3622975239" sldId="310"/>
            <ac:spMk id="3" creationId="{F42F4B75-D3D3-4F2F-817C-81140DE91F32}"/>
          </ac:spMkLst>
        </pc:spChg>
        <pc:spChg chg="mod">
          <ac:chgData name="Hitila, Markus" userId="58a62362-4420-408d-888a-77177b804f12" providerId="ADAL" clId="{ACD9C442-CA84-4092-9ECC-3F653EC438F4}" dt="2022-10-02T11:45:53.101" v="2956" actId="120"/>
          <ac:spMkLst>
            <pc:docMk/>
            <pc:sldMk cId="3622975239" sldId="310"/>
            <ac:spMk id="4" creationId="{00000000-0000-0000-0000-000000000000}"/>
          </ac:spMkLst>
        </pc:spChg>
        <pc:spChg chg="add">
          <ac:chgData name="Hitila, Markus" userId="58a62362-4420-408d-888a-77177b804f12" providerId="ADAL" clId="{ACD9C442-CA84-4092-9ECC-3F653EC438F4}" dt="2022-10-02T11:45:18.296" v="2948" actId="26606"/>
          <ac:spMkLst>
            <pc:docMk/>
            <pc:sldMk cId="3622975239" sldId="310"/>
            <ac:spMk id="11" creationId="{133582B0-6831-409C-9D4E-4AE274BC8A49}"/>
          </ac:spMkLst>
        </pc:spChg>
        <pc:picChg chg="add">
          <ac:chgData name="Hitila, Markus" userId="58a62362-4420-408d-888a-77177b804f12" providerId="ADAL" clId="{ACD9C442-CA84-4092-9ECC-3F653EC438F4}" dt="2022-10-02T11:45:18.296" v="2948" actId="26606"/>
          <ac:picMkLst>
            <pc:docMk/>
            <pc:sldMk cId="3622975239" sldId="310"/>
            <ac:picMk id="8" creationId="{EB614E96-AD17-0E69-5FFC-0C938CBB0CA4}"/>
          </ac:picMkLst>
        </pc:picChg>
        <pc:cxnChg chg="add">
          <ac:chgData name="Hitila, Markus" userId="58a62362-4420-408d-888a-77177b804f12" providerId="ADAL" clId="{ACD9C442-CA84-4092-9ECC-3F653EC438F4}" dt="2022-10-02T11:45:18.296" v="2948" actId="26606"/>
          <ac:cxnSpMkLst>
            <pc:docMk/>
            <pc:sldMk cId="3622975239" sldId="310"/>
            <ac:cxnSpMk id="13" creationId="{1EB1EC85-96A8-462C-A267-95A4B9459446}"/>
          </ac:cxnSpMkLst>
        </pc:cxnChg>
      </pc:sldChg>
      <pc:sldChg chg="del">
        <pc:chgData name="Hitila, Markus" userId="58a62362-4420-408d-888a-77177b804f12" providerId="ADAL" clId="{ACD9C442-CA84-4092-9ECC-3F653EC438F4}" dt="2022-09-26T09:20:07.741" v="109" actId="47"/>
        <pc:sldMkLst>
          <pc:docMk/>
          <pc:sldMk cId="2862708589" sldId="313"/>
        </pc:sldMkLst>
      </pc:sldChg>
      <pc:sldChg chg="del">
        <pc:chgData name="Hitila, Markus" userId="58a62362-4420-408d-888a-77177b804f12" providerId="ADAL" clId="{ACD9C442-CA84-4092-9ECC-3F653EC438F4}" dt="2022-09-26T09:20:05.336" v="107" actId="47"/>
        <pc:sldMkLst>
          <pc:docMk/>
          <pc:sldMk cId="4163566347" sldId="314"/>
        </pc:sldMkLst>
      </pc:sldChg>
      <pc:sldChg chg="del">
        <pc:chgData name="Hitila, Markus" userId="58a62362-4420-408d-888a-77177b804f12" providerId="ADAL" clId="{ACD9C442-CA84-4092-9ECC-3F653EC438F4}" dt="2022-09-26T09:20:06.624" v="108" actId="47"/>
        <pc:sldMkLst>
          <pc:docMk/>
          <pc:sldMk cId="162144947" sldId="315"/>
        </pc:sldMkLst>
      </pc:sldChg>
      <pc:sldChg chg="del">
        <pc:chgData name="Hitila, Markus" userId="58a62362-4420-408d-888a-77177b804f12" providerId="ADAL" clId="{ACD9C442-CA84-4092-9ECC-3F653EC438F4}" dt="2022-09-26T09:20:15.226" v="116" actId="47"/>
        <pc:sldMkLst>
          <pc:docMk/>
          <pc:sldMk cId="2073591022" sldId="317"/>
        </pc:sldMkLst>
      </pc:sldChg>
      <pc:sldChg chg="del">
        <pc:chgData name="Hitila, Markus" userId="58a62362-4420-408d-888a-77177b804f12" providerId="ADAL" clId="{ACD9C442-CA84-4092-9ECC-3F653EC438F4}" dt="2022-09-26T09:20:16.143" v="117" actId="47"/>
        <pc:sldMkLst>
          <pc:docMk/>
          <pc:sldMk cId="3337392533" sldId="318"/>
        </pc:sldMkLst>
      </pc:sldChg>
      <pc:sldChg chg="del">
        <pc:chgData name="Hitila, Markus" userId="58a62362-4420-408d-888a-77177b804f12" providerId="ADAL" clId="{ACD9C442-CA84-4092-9ECC-3F653EC438F4}" dt="2022-09-26T09:20:17.231" v="118" actId="47"/>
        <pc:sldMkLst>
          <pc:docMk/>
          <pc:sldMk cId="2413094700" sldId="319"/>
        </pc:sldMkLst>
      </pc:sldChg>
      <pc:sldChg chg="del">
        <pc:chgData name="Hitila, Markus" userId="58a62362-4420-408d-888a-77177b804f12" providerId="ADAL" clId="{ACD9C442-CA84-4092-9ECC-3F653EC438F4}" dt="2022-09-26T09:20:18.071" v="119" actId="47"/>
        <pc:sldMkLst>
          <pc:docMk/>
          <pc:sldMk cId="1563420243" sldId="320"/>
        </pc:sldMkLst>
      </pc:sldChg>
      <pc:sldChg chg="del">
        <pc:chgData name="Hitila, Markus" userId="58a62362-4420-408d-888a-77177b804f12" providerId="ADAL" clId="{ACD9C442-CA84-4092-9ECC-3F653EC438F4}" dt="2022-09-26T09:20:18.904" v="120" actId="47"/>
        <pc:sldMkLst>
          <pc:docMk/>
          <pc:sldMk cId="1776973690" sldId="321"/>
        </pc:sldMkLst>
      </pc:sldChg>
      <pc:sldChg chg="del">
        <pc:chgData name="Hitila, Markus" userId="58a62362-4420-408d-888a-77177b804f12" providerId="ADAL" clId="{ACD9C442-CA84-4092-9ECC-3F653EC438F4}" dt="2022-09-26T09:20:19.674" v="121" actId="47"/>
        <pc:sldMkLst>
          <pc:docMk/>
          <pc:sldMk cId="23281327" sldId="322"/>
        </pc:sldMkLst>
      </pc:sldChg>
      <pc:sldChg chg="del">
        <pc:chgData name="Hitila, Markus" userId="58a62362-4420-408d-888a-77177b804f12" providerId="ADAL" clId="{ACD9C442-CA84-4092-9ECC-3F653EC438F4}" dt="2022-09-26T09:20:21.478" v="123" actId="47"/>
        <pc:sldMkLst>
          <pc:docMk/>
          <pc:sldMk cId="4140106392" sldId="324"/>
        </pc:sldMkLst>
      </pc:sldChg>
      <pc:sldChg chg="del">
        <pc:chgData name="Hitila, Markus" userId="58a62362-4420-408d-888a-77177b804f12" providerId="ADAL" clId="{ACD9C442-CA84-4092-9ECC-3F653EC438F4}" dt="2022-09-26T09:20:22.243" v="124" actId="47"/>
        <pc:sldMkLst>
          <pc:docMk/>
          <pc:sldMk cId="2252199494" sldId="325"/>
        </pc:sldMkLst>
      </pc:sldChg>
      <pc:sldChg chg="addSp delSp modSp mod">
        <pc:chgData name="Hitila, Markus" userId="58a62362-4420-408d-888a-77177b804f12" providerId="ADAL" clId="{ACD9C442-CA84-4092-9ECC-3F653EC438F4}" dt="2022-10-02T11:43:49.278" v="2942" actId="14100"/>
        <pc:sldMkLst>
          <pc:docMk/>
          <pc:sldMk cId="3015558047" sldId="327"/>
        </pc:sldMkLst>
        <pc:spChg chg="del mod">
          <ac:chgData name="Hitila, Markus" userId="58a62362-4420-408d-888a-77177b804f12" providerId="ADAL" clId="{ACD9C442-CA84-4092-9ECC-3F653EC438F4}" dt="2022-10-02T11:43:17.481" v="2937" actId="478"/>
          <ac:spMkLst>
            <pc:docMk/>
            <pc:sldMk cId="3015558047" sldId="327"/>
            <ac:spMk id="2" creationId="{00000000-0000-0000-0000-000000000000}"/>
          </ac:spMkLst>
        </pc:spChg>
        <pc:spChg chg="add mod">
          <ac:chgData name="Hitila, Markus" userId="58a62362-4420-408d-888a-77177b804f12" providerId="ADAL" clId="{ACD9C442-CA84-4092-9ECC-3F653EC438F4}" dt="2022-10-02T11:00:46.874" v="2626"/>
          <ac:spMkLst>
            <pc:docMk/>
            <pc:sldMk cId="3015558047" sldId="327"/>
            <ac:spMk id="4" creationId="{413FDD2C-7ED3-EDE6-3A64-C1D090155BB8}"/>
          </ac:spMkLst>
        </pc:spChg>
        <pc:spChg chg="add mod">
          <ac:chgData name="Hitila, Markus" userId="58a62362-4420-408d-888a-77177b804f12" providerId="ADAL" clId="{ACD9C442-CA84-4092-9ECC-3F653EC438F4}" dt="2022-10-02T11:00:46.874" v="2626"/>
          <ac:spMkLst>
            <pc:docMk/>
            <pc:sldMk cId="3015558047" sldId="327"/>
            <ac:spMk id="5" creationId="{E3BB0A41-0AFA-1732-3E79-C31266CB16F3}"/>
          </ac:spMkLst>
        </pc:spChg>
        <pc:grpChg chg="add del mod">
          <ac:chgData name="Hitila, Markus" userId="58a62362-4420-408d-888a-77177b804f12" providerId="ADAL" clId="{ACD9C442-CA84-4092-9ECC-3F653EC438F4}" dt="2022-10-02T11:01:15.944" v="2628" actId="21"/>
          <ac:grpSpMkLst>
            <pc:docMk/>
            <pc:sldMk cId="3015558047" sldId="327"/>
            <ac:grpSpMk id="3" creationId="{37DC5965-B9DD-3DD9-E756-A04A1F164F95}"/>
          </ac:grpSpMkLst>
        </pc:grpChg>
        <pc:picChg chg="add mod">
          <ac:chgData name="Hitila, Markus" userId="58a62362-4420-408d-888a-77177b804f12" providerId="ADAL" clId="{ACD9C442-CA84-4092-9ECC-3F653EC438F4}" dt="2022-10-02T11:43:49.278" v="2942" actId="14100"/>
          <ac:picMkLst>
            <pc:docMk/>
            <pc:sldMk cId="3015558047" sldId="327"/>
            <ac:picMk id="6" creationId="{B95F98EF-6558-A2EF-F525-656B039C470C}"/>
          </ac:picMkLst>
        </pc:picChg>
        <pc:picChg chg="add del">
          <ac:chgData name="Hitila, Markus" userId="58a62362-4420-408d-888a-77177b804f12" providerId="ADAL" clId="{ACD9C442-CA84-4092-9ECC-3F653EC438F4}" dt="2022-10-02T11:43:13.759" v="2936" actId="21"/>
          <ac:picMkLst>
            <pc:docMk/>
            <pc:sldMk cId="3015558047" sldId="327"/>
            <ac:picMk id="4098" creationId="{154DC4F4-A6C1-111A-2B1C-F2228C48E2A4}"/>
          </ac:picMkLst>
        </pc:picChg>
      </pc:sldChg>
      <pc:sldChg chg="addSp delSp modSp new mod">
        <pc:chgData name="Hitila, Markus" userId="58a62362-4420-408d-888a-77177b804f12" providerId="ADAL" clId="{ACD9C442-CA84-4092-9ECC-3F653EC438F4}" dt="2022-10-02T11:47:00.947" v="2967" actId="1076"/>
        <pc:sldMkLst>
          <pc:docMk/>
          <pc:sldMk cId="1411742908" sldId="328"/>
        </pc:sldMkLst>
        <pc:spChg chg="add del mod">
          <ac:chgData name="Hitila, Markus" userId="58a62362-4420-408d-888a-77177b804f12" providerId="ADAL" clId="{ACD9C442-CA84-4092-9ECC-3F653EC438F4}" dt="2022-10-02T11:46:53.867" v="2966" actId="26606"/>
          <ac:spMkLst>
            <pc:docMk/>
            <pc:sldMk cId="1411742908" sldId="328"/>
            <ac:spMk id="2" creationId="{03F3C51F-E5D5-7F24-A48D-F7342B532EB8}"/>
          </ac:spMkLst>
        </pc:spChg>
        <pc:spChg chg="add mod">
          <ac:chgData name="Hitila, Markus" userId="58a62362-4420-408d-888a-77177b804f12" providerId="ADAL" clId="{ACD9C442-CA84-4092-9ECC-3F653EC438F4}" dt="2022-10-02T11:17:44.020" v="2777" actId="255"/>
          <ac:spMkLst>
            <pc:docMk/>
            <pc:sldMk cId="1411742908" sldId="328"/>
            <ac:spMk id="3" creationId="{C2B4FBFD-D547-22EB-A156-8073F0464E0C}"/>
          </ac:spMkLst>
        </pc:spChg>
        <pc:graphicFrameChg chg="add del mod">
          <ac:chgData name="Hitila, Markus" userId="58a62362-4420-408d-888a-77177b804f12" providerId="ADAL" clId="{ACD9C442-CA84-4092-9ECC-3F653EC438F4}" dt="2022-10-02T11:46:40.728" v="2965" actId="26606"/>
          <ac:graphicFrameMkLst>
            <pc:docMk/>
            <pc:sldMk cId="1411742908" sldId="328"/>
            <ac:graphicFrameMk id="5" creationId="{93CC330B-D1FA-86B1-4ADA-2BFEEB28BFB3}"/>
          </ac:graphicFrameMkLst>
        </pc:graphicFrameChg>
        <pc:graphicFrameChg chg="add mod">
          <ac:chgData name="Hitila, Markus" userId="58a62362-4420-408d-888a-77177b804f12" providerId="ADAL" clId="{ACD9C442-CA84-4092-9ECC-3F653EC438F4}" dt="2022-10-02T11:47:00.947" v="2967" actId="1076"/>
          <ac:graphicFrameMkLst>
            <pc:docMk/>
            <pc:sldMk cId="1411742908" sldId="328"/>
            <ac:graphicFrameMk id="6" creationId="{EFFCBA74-A203-7804-74E9-98A2D678F719}"/>
          </ac:graphicFrameMkLst>
        </pc:graphicFrameChg>
      </pc:sldChg>
      <pc:sldChg chg="addSp delSp modSp new mod">
        <pc:chgData name="Hitila, Markus" userId="58a62362-4420-408d-888a-77177b804f12" providerId="ADAL" clId="{ACD9C442-CA84-4092-9ECC-3F653EC438F4}" dt="2022-10-02T11:49:11.932" v="2974" actId="255"/>
        <pc:sldMkLst>
          <pc:docMk/>
          <pc:sldMk cId="4178242639" sldId="329"/>
        </pc:sldMkLst>
        <pc:spChg chg="add del mod">
          <ac:chgData name="Hitila, Markus" userId="58a62362-4420-408d-888a-77177b804f12" providerId="ADAL" clId="{ACD9C442-CA84-4092-9ECC-3F653EC438F4}" dt="2022-09-26T10:09:41.899" v="707" actId="26606"/>
          <ac:spMkLst>
            <pc:docMk/>
            <pc:sldMk cId="4178242639" sldId="329"/>
            <ac:spMk id="2" creationId="{33366E15-DD63-8702-58A4-DD96FA60E781}"/>
          </ac:spMkLst>
        </pc:spChg>
        <pc:spChg chg="add mod">
          <ac:chgData name="Hitila, Markus" userId="58a62362-4420-408d-888a-77177b804f12" providerId="ADAL" clId="{ACD9C442-CA84-4092-9ECC-3F653EC438F4}" dt="2022-10-02T11:48:52.738" v="2972" actId="255"/>
          <ac:spMkLst>
            <pc:docMk/>
            <pc:sldMk cId="4178242639" sldId="329"/>
            <ac:spMk id="2" creationId="{7606CED2-AC46-06BD-39C2-4DB830C2A9D0}"/>
          </ac:spMkLst>
        </pc:spChg>
        <pc:spChg chg="add mod">
          <ac:chgData name="Hitila, Markus" userId="58a62362-4420-408d-888a-77177b804f12" providerId="ADAL" clId="{ACD9C442-CA84-4092-9ECC-3F653EC438F4}" dt="2022-09-26T10:10:53.058" v="714"/>
          <ac:spMkLst>
            <pc:docMk/>
            <pc:sldMk cId="4178242639" sldId="329"/>
            <ac:spMk id="7" creationId="{FE7FCEFF-3742-24B0-8718-C7F762C8B37B}"/>
          </ac:spMkLst>
        </pc:spChg>
        <pc:spChg chg="add mod">
          <ac:chgData name="Hitila, Markus" userId="58a62362-4420-408d-888a-77177b804f12" providerId="ADAL" clId="{ACD9C442-CA84-4092-9ECC-3F653EC438F4}" dt="2022-10-02T11:49:11.932" v="2974" actId="255"/>
          <ac:spMkLst>
            <pc:docMk/>
            <pc:sldMk cId="4178242639" sldId="329"/>
            <ac:spMk id="8" creationId="{9041BA2A-D8F9-680B-DE0B-453526D6835E}"/>
          </ac:spMkLst>
        </pc:spChg>
        <pc:grpChg chg="add mod">
          <ac:chgData name="Hitila, Markus" userId="58a62362-4420-408d-888a-77177b804f12" providerId="ADAL" clId="{ACD9C442-CA84-4092-9ECC-3F653EC438F4}" dt="2022-09-26T10:11:39.968" v="726" actId="14100"/>
          <ac:grpSpMkLst>
            <pc:docMk/>
            <pc:sldMk cId="4178242639" sldId="329"/>
            <ac:grpSpMk id="5" creationId="{E8CEEF34-B4DC-8A63-4486-A28D42FB595D}"/>
          </ac:grpSpMkLst>
        </pc:grpChg>
        <pc:graphicFrameChg chg="add mod">
          <ac:chgData name="Hitila, Markus" userId="58a62362-4420-408d-888a-77177b804f12" providerId="ADAL" clId="{ACD9C442-CA84-4092-9ECC-3F653EC438F4}" dt="2022-09-26T10:10:40.195" v="713" actId="14100"/>
          <ac:graphicFrameMkLst>
            <pc:docMk/>
            <pc:sldMk cId="4178242639" sldId="329"/>
            <ac:graphicFrameMk id="6" creationId="{CE064660-2390-883D-6438-5268E133736F}"/>
          </ac:graphicFrameMkLst>
        </pc:graphicFrameChg>
        <pc:picChg chg="add del mod">
          <ac:chgData name="Hitila, Markus" userId="58a62362-4420-408d-888a-77177b804f12" providerId="ADAL" clId="{ACD9C442-CA84-4092-9ECC-3F653EC438F4}" dt="2022-09-26T10:08:51.199" v="700" actId="21"/>
          <ac:picMkLst>
            <pc:docMk/>
            <pc:sldMk cId="4178242639" sldId="329"/>
            <ac:picMk id="3" creationId="{276A917C-C158-820C-64A9-8F199473BA35}"/>
          </ac:picMkLst>
        </pc:picChg>
        <pc:picChg chg="add mod">
          <ac:chgData name="Hitila, Markus" userId="58a62362-4420-408d-888a-77177b804f12" providerId="ADAL" clId="{ACD9C442-CA84-4092-9ECC-3F653EC438F4}" dt="2022-09-26T10:10:57.670" v="715" actId="1076"/>
          <ac:picMkLst>
            <pc:docMk/>
            <pc:sldMk cId="4178242639" sldId="329"/>
            <ac:picMk id="4" creationId="{87C9CCDB-5545-138F-ABFB-557C0040B887}"/>
          </ac:picMkLst>
        </pc:picChg>
      </pc:sldChg>
      <pc:sldChg chg="addSp delSp modSp new mod setBg setClrOvrMap">
        <pc:chgData name="Hitila, Markus" userId="58a62362-4420-408d-888a-77177b804f12" providerId="ADAL" clId="{ACD9C442-CA84-4092-9ECC-3F653EC438F4}" dt="2022-10-02T11:15:48.227" v="2728" actId="14100"/>
        <pc:sldMkLst>
          <pc:docMk/>
          <pc:sldMk cId="2241483001" sldId="330"/>
        </pc:sldMkLst>
        <pc:spChg chg="add mod">
          <ac:chgData name="Hitila, Markus" userId="58a62362-4420-408d-888a-77177b804f12" providerId="ADAL" clId="{ACD9C442-CA84-4092-9ECC-3F653EC438F4}" dt="2022-09-28T08:07:16.633" v="1403" actId="207"/>
          <ac:spMkLst>
            <pc:docMk/>
            <pc:sldMk cId="2241483001" sldId="330"/>
            <ac:spMk id="2" creationId="{4C1CEAA1-4F18-0C51-7681-A8C8C6D294BD}"/>
          </ac:spMkLst>
        </pc:spChg>
        <pc:spChg chg="add mod ord">
          <ac:chgData name="Hitila, Markus" userId="58a62362-4420-408d-888a-77177b804f12" providerId="ADAL" clId="{ACD9C442-CA84-4092-9ECC-3F653EC438F4}" dt="2022-09-28T08:09:18.596" v="1422" actId="20577"/>
          <ac:spMkLst>
            <pc:docMk/>
            <pc:sldMk cId="2241483001" sldId="330"/>
            <ac:spMk id="3" creationId="{5FDBAA1E-3E57-8DD1-B9D4-BD084EDF2062}"/>
          </ac:spMkLst>
        </pc:spChg>
        <pc:spChg chg="add del">
          <ac:chgData name="Hitila, Markus" userId="58a62362-4420-408d-888a-77177b804f12" providerId="ADAL" clId="{ACD9C442-CA84-4092-9ECC-3F653EC438F4}" dt="2022-09-28T08:06:09.409" v="1390" actId="26606"/>
          <ac:spMkLst>
            <pc:docMk/>
            <pc:sldMk cId="2241483001" sldId="330"/>
            <ac:spMk id="7" creationId="{133582B0-6831-409C-9D4E-4AE274BC8A49}"/>
          </ac:spMkLst>
        </pc:spChg>
        <pc:spChg chg="add del">
          <ac:chgData name="Hitila, Markus" userId="58a62362-4420-408d-888a-77177b804f12" providerId="ADAL" clId="{ACD9C442-CA84-4092-9ECC-3F653EC438F4}" dt="2022-09-28T08:06:09.409" v="1390" actId="26606"/>
          <ac:spMkLst>
            <pc:docMk/>
            <pc:sldMk cId="2241483001" sldId="330"/>
            <ac:spMk id="9" creationId="{F4CF9A01-C2DD-4966-B31A-D2D87CB4CC6D}"/>
          </ac:spMkLst>
        </pc:spChg>
        <pc:spChg chg="add del">
          <ac:chgData name="Hitila, Markus" userId="58a62362-4420-408d-888a-77177b804f12" providerId="ADAL" clId="{ACD9C442-CA84-4092-9ECC-3F653EC438F4}" dt="2022-09-28T08:04:59.862" v="1381" actId="26606"/>
          <ac:spMkLst>
            <pc:docMk/>
            <pc:sldMk cId="2241483001" sldId="330"/>
            <ac:spMk id="10" creationId="{133582B0-6831-409C-9D4E-4AE274BC8A49}"/>
          </ac:spMkLst>
        </pc:spChg>
        <pc:spChg chg="add del">
          <ac:chgData name="Hitila, Markus" userId="58a62362-4420-408d-888a-77177b804f12" providerId="ADAL" clId="{ACD9C442-CA84-4092-9ECC-3F653EC438F4}" dt="2022-09-28T08:06:09.409" v="1390" actId="26606"/>
          <ac:spMkLst>
            <pc:docMk/>
            <pc:sldMk cId="2241483001" sldId="330"/>
            <ac:spMk id="13" creationId="{7F3F28AE-09C6-438F-B1F8-6B3D763F93A7}"/>
          </ac:spMkLst>
        </pc:spChg>
        <pc:spChg chg="add del">
          <ac:chgData name="Hitila, Markus" userId="58a62362-4420-408d-888a-77177b804f12" providerId="ADAL" clId="{ACD9C442-CA84-4092-9ECC-3F653EC438F4}" dt="2022-09-28T08:04:59.862" v="1381" actId="26606"/>
          <ac:spMkLst>
            <pc:docMk/>
            <pc:sldMk cId="2241483001" sldId="330"/>
            <ac:spMk id="14" creationId="{D9FF99B6-0BBC-4955-9A39-545FF77A584B}"/>
          </ac:spMkLst>
        </pc:spChg>
        <pc:spChg chg="add">
          <ac:chgData name="Hitila, Markus" userId="58a62362-4420-408d-888a-77177b804f12" providerId="ADAL" clId="{ACD9C442-CA84-4092-9ECC-3F653EC438F4}" dt="2022-09-28T08:06:09.424" v="1391" actId="26606"/>
          <ac:spMkLst>
            <pc:docMk/>
            <pc:sldMk cId="2241483001" sldId="330"/>
            <ac:spMk id="15" creationId="{133582B0-6831-409C-9D4E-4AE274BC8A49}"/>
          </ac:spMkLst>
        </pc:spChg>
        <pc:spChg chg="add del">
          <ac:chgData name="Hitila, Markus" userId="58a62362-4420-408d-888a-77177b804f12" providerId="ADAL" clId="{ACD9C442-CA84-4092-9ECC-3F653EC438F4}" dt="2022-09-28T08:04:59.862" v="1381" actId="26606"/>
          <ac:spMkLst>
            <pc:docMk/>
            <pc:sldMk cId="2241483001" sldId="330"/>
            <ac:spMk id="16" creationId="{EFFCBFD9-BE8B-4513-8B1D-D19F805EA0DF}"/>
          </ac:spMkLst>
        </pc:spChg>
        <pc:spChg chg="add del">
          <ac:chgData name="Hitila, Markus" userId="58a62362-4420-408d-888a-77177b804f12" providerId="ADAL" clId="{ACD9C442-CA84-4092-9ECC-3F653EC438F4}" dt="2022-09-28T08:05:04.947" v="1383" actId="26606"/>
          <ac:spMkLst>
            <pc:docMk/>
            <pc:sldMk cId="2241483001" sldId="330"/>
            <ac:spMk id="20" creationId="{133582B0-6831-409C-9D4E-4AE274BC8A49}"/>
          </ac:spMkLst>
        </pc:spChg>
        <pc:spChg chg="add del">
          <ac:chgData name="Hitila, Markus" userId="58a62362-4420-408d-888a-77177b804f12" providerId="ADAL" clId="{ACD9C442-CA84-4092-9ECC-3F653EC438F4}" dt="2022-09-28T08:05:04.947" v="1383" actId="26606"/>
          <ac:spMkLst>
            <pc:docMk/>
            <pc:sldMk cId="2241483001" sldId="330"/>
            <ac:spMk id="22" creationId="{E212883E-84C3-42AD-B34A-4D249825156D}"/>
          </ac:spMkLst>
        </pc:spChg>
        <pc:spChg chg="add del">
          <ac:chgData name="Hitila, Markus" userId="58a62362-4420-408d-888a-77177b804f12" providerId="ADAL" clId="{ACD9C442-CA84-4092-9ECC-3F653EC438F4}" dt="2022-09-28T08:05:04.947" v="1383" actId="26606"/>
          <ac:spMkLst>
            <pc:docMk/>
            <pc:sldMk cId="2241483001" sldId="330"/>
            <ac:spMk id="24" creationId="{DC5B7347-E281-4E2C-A95E-6A4A26315607}"/>
          </ac:spMkLst>
        </pc:spChg>
        <pc:spChg chg="add del">
          <ac:chgData name="Hitila, Markus" userId="58a62362-4420-408d-888a-77177b804f12" providerId="ADAL" clId="{ACD9C442-CA84-4092-9ECC-3F653EC438F4}" dt="2022-09-28T08:05:26.254" v="1387" actId="26606"/>
          <ac:spMkLst>
            <pc:docMk/>
            <pc:sldMk cId="2241483001" sldId="330"/>
            <ac:spMk id="26" creationId="{133582B0-6831-409C-9D4E-4AE274BC8A49}"/>
          </ac:spMkLst>
        </pc:spChg>
        <pc:spChg chg="add del">
          <ac:chgData name="Hitila, Markus" userId="58a62362-4420-408d-888a-77177b804f12" providerId="ADAL" clId="{ACD9C442-CA84-4092-9ECC-3F653EC438F4}" dt="2022-09-28T08:05:26.254" v="1387" actId="26606"/>
          <ac:spMkLst>
            <pc:docMk/>
            <pc:sldMk cId="2241483001" sldId="330"/>
            <ac:spMk id="28" creationId="{E212883E-84C3-42AD-B34A-4D249825156D}"/>
          </ac:spMkLst>
        </pc:spChg>
        <pc:spChg chg="add del">
          <ac:chgData name="Hitila, Markus" userId="58a62362-4420-408d-888a-77177b804f12" providerId="ADAL" clId="{ACD9C442-CA84-4092-9ECC-3F653EC438F4}" dt="2022-09-28T08:05:26.254" v="1387" actId="26606"/>
          <ac:spMkLst>
            <pc:docMk/>
            <pc:sldMk cId="2241483001" sldId="330"/>
            <ac:spMk id="30" creationId="{DC5B7347-E281-4E2C-A95E-6A4A26315607}"/>
          </ac:spMkLst>
        </pc:spChg>
        <pc:picChg chg="add mod">
          <ac:chgData name="Hitila, Markus" userId="58a62362-4420-408d-888a-77177b804f12" providerId="ADAL" clId="{ACD9C442-CA84-4092-9ECC-3F653EC438F4}" dt="2022-10-02T11:15:48.227" v="2728" actId="14100"/>
          <ac:picMkLst>
            <pc:docMk/>
            <pc:sldMk cId="2241483001" sldId="330"/>
            <ac:picMk id="5" creationId="{C3E43519-5A34-D500-6879-977420940A99}"/>
          </ac:picMkLst>
        </pc:picChg>
        <pc:cxnChg chg="add del">
          <ac:chgData name="Hitila, Markus" userId="58a62362-4420-408d-888a-77177b804f12" providerId="ADAL" clId="{ACD9C442-CA84-4092-9ECC-3F653EC438F4}" dt="2022-09-28T08:06:09.409" v="1390" actId="26606"/>
          <ac:cxnSpMkLst>
            <pc:docMk/>
            <pc:sldMk cId="2241483001" sldId="330"/>
            <ac:cxnSpMk id="8" creationId="{1EB1EC85-96A8-462C-A267-95A4B9459446}"/>
          </ac:cxnSpMkLst>
        </pc:cxnChg>
        <pc:cxnChg chg="add del">
          <ac:chgData name="Hitila, Markus" userId="58a62362-4420-408d-888a-77177b804f12" providerId="ADAL" clId="{ACD9C442-CA84-4092-9ECC-3F653EC438F4}" dt="2022-09-28T08:06:09.409" v="1390" actId="26606"/>
          <ac:cxnSpMkLst>
            <pc:docMk/>
            <pc:sldMk cId="2241483001" sldId="330"/>
            <ac:cxnSpMk id="11" creationId="{0AC6CA7B-A97D-4EE7-BEEF-3794C969426B}"/>
          </ac:cxnSpMkLst>
        </pc:cxnChg>
        <pc:cxnChg chg="add del">
          <ac:chgData name="Hitila, Markus" userId="58a62362-4420-408d-888a-77177b804f12" providerId="ADAL" clId="{ACD9C442-CA84-4092-9ECC-3F653EC438F4}" dt="2022-09-28T08:04:59.862" v="1381" actId="26606"/>
          <ac:cxnSpMkLst>
            <pc:docMk/>
            <pc:sldMk cId="2241483001" sldId="330"/>
            <ac:cxnSpMk id="12" creationId="{1EB1EC85-96A8-462C-A267-95A4B9459446}"/>
          </ac:cxnSpMkLst>
        </pc:cxnChg>
        <pc:cxnChg chg="add">
          <ac:chgData name="Hitila, Markus" userId="58a62362-4420-408d-888a-77177b804f12" providerId="ADAL" clId="{ACD9C442-CA84-4092-9ECC-3F653EC438F4}" dt="2022-09-28T08:06:09.424" v="1391" actId="26606"/>
          <ac:cxnSpMkLst>
            <pc:docMk/>
            <pc:sldMk cId="2241483001" sldId="330"/>
            <ac:cxnSpMk id="17" creationId="{1EB1EC85-96A8-462C-A267-95A4B9459446}"/>
          </ac:cxnSpMkLst>
        </pc:cxnChg>
        <pc:cxnChg chg="add del">
          <ac:chgData name="Hitila, Markus" userId="58a62362-4420-408d-888a-77177b804f12" providerId="ADAL" clId="{ACD9C442-CA84-4092-9ECC-3F653EC438F4}" dt="2022-09-28T08:04:59.862" v="1381" actId="26606"/>
          <ac:cxnSpMkLst>
            <pc:docMk/>
            <pc:sldMk cId="2241483001" sldId="330"/>
            <ac:cxnSpMk id="18" creationId="{292F8A50-4E5D-40E7-8E9C-0C63722D6F76}"/>
          </ac:cxnSpMkLst>
        </pc:cxnChg>
        <pc:cxnChg chg="add del">
          <ac:chgData name="Hitila, Markus" userId="58a62362-4420-408d-888a-77177b804f12" providerId="ADAL" clId="{ACD9C442-CA84-4092-9ECC-3F653EC438F4}" dt="2022-09-28T08:05:04.947" v="1383" actId="26606"/>
          <ac:cxnSpMkLst>
            <pc:docMk/>
            <pc:sldMk cId="2241483001" sldId="330"/>
            <ac:cxnSpMk id="21" creationId="{1EB1EC85-96A8-462C-A267-95A4B9459446}"/>
          </ac:cxnSpMkLst>
        </pc:cxnChg>
        <pc:cxnChg chg="add del">
          <ac:chgData name="Hitila, Markus" userId="58a62362-4420-408d-888a-77177b804f12" providerId="ADAL" clId="{ACD9C442-CA84-4092-9ECC-3F653EC438F4}" dt="2022-09-28T08:05:04.947" v="1383" actId="26606"/>
          <ac:cxnSpMkLst>
            <pc:docMk/>
            <pc:sldMk cId="2241483001" sldId="330"/>
            <ac:cxnSpMk id="23" creationId="{25A28D78-0305-4DA2-A78C-EF9ADD366310}"/>
          </ac:cxnSpMkLst>
        </pc:cxnChg>
        <pc:cxnChg chg="add del">
          <ac:chgData name="Hitila, Markus" userId="58a62362-4420-408d-888a-77177b804f12" providerId="ADAL" clId="{ACD9C442-CA84-4092-9ECC-3F653EC438F4}" dt="2022-09-28T08:05:26.254" v="1387" actId="26606"/>
          <ac:cxnSpMkLst>
            <pc:docMk/>
            <pc:sldMk cId="2241483001" sldId="330"/>
            <ac:cxnSpMk id="27" creationId="{1EB1EC85-96A8-462C-A267-95A4B9459446}"/>
          </ac:cxnSpMkLst>
        </pc:cxnChg>
        <pc:cxnChg chg="add del">
          <ac:chgData name="Hitila, Markus" userId="58a62362-4420-408d-888a-77177b804f12" providerId="ADAL" clId="{ACD9C442-CA84-4092-9ECC-3F653EC438F4}" dt="2022-09-28T08:05:26.254" v="1387" actId="26606"/>
          <ac:cxnSpMkLst>
            <pc:docMk/>
            <pc:sldMk cId="2241483001" sldId="330"/>
            <ac:cxnSpMk id="29" creationId="{25A28D78-0305-4DA2-A78C-EF9ADD366310}"/>
          </ac:cxnSpMkLst>
        </pc:cxnChg>
      </pc:sldChg>
      <pc:sldChg chg="addSp modSp new mod setBg">
        <pc:chgData name="Hitila, Markus" userId="58a62362-4420-408d-888a-77177b804f12" providerId="ADAL" clId="{ACD9C442-CA84-4092-9ECC-3F653EC438F4}" dt="2022-10-02T11:11:04.611" v="2677" actId="14100"/>
        <pc:sldMkLst>
          <pc:docMk/>
          <pc:sldMk cId="678412000" sldId="331"/>
        </pc:sldMkLst>
        <pc:spChg chg="add mod ord">
          <ac:chgData name="Hitila, Markus" userId="58a62362-4420-408d-888a-77177b804f12" providerId="ADAL" clId="{ACD9C442-CA84-4092-9ECC-3F653EC438F4}" dt="2022-10-02T11:11:00.471" v="2676" actId="255"/>
          <ac:spMkLst>
            <pc:docMk/>
            <pc:sldMk cId="678412000" sldId="331"/>
            <ac:spMk id="2" creationId="{CA452250-6C70-3116-7794-B5DDC469FF6A}"/>
          </ac:spMkLst>
        </pc:spChg>
        <pc:spChg chg="add mod">
          <ac:chgData name="Hitila, Markus" userId="58a62362-4420-408d-888a-77177b804f12" providerId="ADAL" clId="{ACD9C442-CA84-4092-9ECC-3F653EC438F4}" dt="2022-10-02T11:10:36.022" v="2672" actId="207"/>
          <ac:spMkLst>
            <pc:docMk/>
            <pc:sldMk cId="678412000" sldId="331"/>
            <ac:spMk id="3" creationId="{9C98FED3-1DB2-89BF-3B6F-B33B13296E85}"/>
          </ac:spMkLst>
        </pc:spChg>
        <pc:spChg chg="add">
          <ac:chgData name="Hitila, Markus" userId="58a62362-4420-408d-888a-77177b804f12" providerId="ADAL" clId="{ACD9C442-CA84-4092-9ECC-3F653EC438F4}" dt="2022-10-02T11:09:02.593" v="2656" actId="26606"/>
          <ac:spMkLst>
            <pc:docMk/>
            <pc:sldMk cId="678412000" sldId="331"/>
            <ac:spMk id="1031" creationId="{133582B0-6831-409C-9D4E-4AE274BC8A49}"/>
          </ac:spMkLst>
        </pc:spChg>
        <pc:picChg chg="add mod">
          <ac:chgData name="Hitila, Markus" userId="58a62362-4420-408d-888a-77177b804f12" providerId="ADAL" clId="{ACD9C442-CA84-4092-9ECC-3F653EC438F4}" dt="2022-10-02T11:11:04.611" v="2677" actId="14100"/>
          <ac:picMkLst>
            <pc:docMk/>
            <pc:sldMk cId="678412000" sldId="331"/>
            <ac:picMk id="1026" creationId="{64BE1704-0FF2-DFF7-C53A-95675B88D06A}"/>
          </ac:picMkLst>
        </pc:picChg>
        <pc:cxnChg chg="add">
          <ac:chgData name="Hitila, Markus" userId="58a62362-4420-408d-888a-77177b804f12" providerId="ADAL" clId="{ACD9C442-CA84-4092-9ECC-3F653EC438F4}" dt="2022-10-02T11:09:02.593" v="2656" actId="26606"/>
          <ac:cxnSpMkLst>
            <pc:docMk/>
            <pc:sldMk cId="678412000" sldId="331"/>
            <ac:cxnSpMk id="1033" creationId="{1EB1EC85-96A8-462C-A267-95A4B9459446}"/>
          </ac:cxnSpMkLst>
        </pc:cxnChg>
      </pc:sldChg>
      <pc:sldChg chg="del">
        <pc:chgData name="Hitila, Markus" userId="58a62362-4420-408d-888a-77177b804f12" providerId="ADAL" clId="{ACD9C442-CA84-4092-9ECC-3F653EC438F4}" dt="2022-09-26T09:19:52.874" v="95" actId="47"/>
        <pc:sldMkLst>
          <pc:docMk/>
          <pc:sldMk cId="3782302223" sldId="331"/>
        </pc:sldMkLst>
      </pc:sldChg>
      <pc:sldChg chg="addSp modSp new mod setBg">
        <pc:chgData name="Hitila, Markus" userId="58a62362-4420-408d-888a-77177b804f12" providerId="ADAL" clId="{ACD9C442-CA84-4092-9ECC-3F653EC438F4}" dt="2022-10-02T11:15:22.295" v="2726" actId="27636"/>
        <pc:sldMkLst>
          <pc:docMk/>
          <pc:sldMk cId="3860672839" sldId="332"/>
        </pc:sldMkLst>
        <pc:spChg chg="add mod">
          <ac:chgData name="Hitila, Markus" userId="58a62362-4420-408d-888a-77177b804f12" providerId="ADAL" clId="{ACD9C442-CA84-4092-9ECC-3F653EC438F4}" dt="2022-10-02T11:14:09.266" v="2703" actId="1076"/>
          <ac:spMkLst>
            <pc:docMk/>
            <pc:sldMk cId="3860672839" sldId="332"/>
            <ac:spMk id="2" creationId="{F5E50938-A285-74C5-048F-46D3B2005068}"/>
          </ac:spMkLst>
        </pc:spChg>
        <pc:spChg chg="add mod">
          <ac:chgData name="Hitila, Markus" userId="58a62362-4420-408d-888a-77177b804f12" providerId="ADAL" clId="{ACD9C442-CA84-4092-9ECC-3F653EC438F4}" dt="2022-10-02T11:15:22.295" v="2726" actId="27636"/>
          <ac:spMkLst>
            <pc:docMk/>
            <pc:sldMk cId="3860672839" sldId="332"/>
            <ac:spMk id="3" creationId="{CDD5325A-3451-4D52-0777-8210F466D640}"/>
          </ac:spMkLst>
        </pc:spChg>
        <pc:spChg chg="add">
          <ac:chgData name="Hitila, Markus" userId="58a62362-4420-408d-888a-77177b804f12" providerId="ADAL" clId="{ACD9C442-CA84-4092-9ECC-3F653EC438F4}" dt="2022-10-02T11:13:00.589" v="2688" actId="26606"/>
          <ac:spMkLst>
            <pc:docMk/>
            <pc:sldMk cId="3860672839" sldId="332"/>
            <ac:spMk id="2055" creationId="{133582B0-6831-409C-9D4E-4AE274BC8A49}"/>
          </ac:spMkLst>
        </pc:spChg>
        <pc:picChg chg="add mod">
          <ac:chgData name="Hitila, Markus" userId="58a62362-4420-408d-888a-77177b804f12" providerId="ADAL" clId="{ACD9C442-CA84-4092-9ECC-3F653EC438F4}" dt="2022-10-02T11:13:48.795" v="2699" actId="1076"/>
          <ac:picMkLst>
            <pc:docMk/>
            <pc:sldMk cId="3860672839" sldId="332"/>
            <ac:picMk id="2050" creationId="{FE9DAC26-0A7D-585D-FAA9-08765BECE51C}"/>
          </ac:picMkLst>
        </pc:picChg>
        <pc:cxnChg chg="add">
          <ac:chgData name="Hitila, Markus" userId="58a62362-4420-408d-888a-77177b804f12" providerId="ADAL" clId="{ACD9C442-CA84-4092-9ECC-3F653EC438F4}" dt="2022-10-02T11:13:00.589" v="2688" actId="26606"/>
          <ac:cxnSpMkLst>
            <pc:docMk/>
            <pc:sldMk cId="3860672839" sldId="332"/>
            <ac:cxnSpMk id="2057" creationId="{1EB1EC85-96A8-462C-A267-95A4B9459446}"/>
          </ac:cxnSpMkLst>
        </pc:cxnChg>
      </pc:sldChg>
      <pc:sldChg chg="addSp delSp modSp new mod ord">
        <pc:chgData name="Hitila, Markus" userId="58a62362-4420-408d-888a-77177b804f12" providerId="ADAL" clId="{ACD9C442-CA84-4092-9ECC-3F653EC438F4}" dt="2022-10-02T11:51:06.750" v="2997" actId="113"/>
        <pc:sldMkLst>
          <pc:docMk/>
          <pc:sldMk cId="2275725973" sldId="333"/>
        </pc:sldMkLst>
        <pc:spChg chg="add del mod">
          <ac:chgData name="Hitila, Markus" userId="58a62362-4420-408d-888a-77177b804f12" providerId="ADAL" clId="{ACD9C442-CA84-4092-9ECC-3F653EC438F4}" dt="2022-10-02T10:40:14.709" v="2171" actId="767"/>
          <ac:spMkLst>
            <pc:docMk/>
            <pc:sldMk cId="2275725973" sldId="333"/>
            <ac:spMk id="2" creationId="{392B6384-C920-7672-E6AC-CCBD8F197790}"/>
          </ac:spMkLst>
        </pc:spChg>
        <pc:spChg chg="add del mod">
          <ac:chgData name="Hitila, Markus" userId="58a62362-4420-408d-888a-77177b804f12" providerId="ADAL" clId="{ACD9C442-CA84-4092-9ECC-3F653EC438F4}" dt="2022-09-28T09:00:10.972" v="1640" actId="767"/>
          <ac:spMkLst>
            <pc:docMk/>
            <pc:sldMk cId="2275725973" sldId="333"/>
            <ac:spMk id="4" creationId="{92EAF51B-EBA3-FE42-4DB9-D198A6749221}"/>
          </ac:spMkLst>
        </pc:spChg>
        <pc:spChg chg="add mod">
          <ac:chgData name="Hitila, Markus" userId="58a62362-4420-408d-888a-77177b804f12" providerId="ADAL" clId="{ACD9C442-CA84-4092-9ECC-3F653EC438F4}" dt="2022-10-02T11:47:59.557" v="2968" actId="113"/>
          <ac:spMkLst>
            <pc:docMk/>
            <pc:sldMk cId="2275725973" sldId="333"/>
            <ac:spMk id="8" creationId="{5426B5C0-6B5C-38A5-8F0A-AC0F8ED3F49D}"/>
          </ac:spMkLst>
        </pc:spChg>
        <pc:graphicFrameChg chg="add del mod modGraphic">
          <ac:chgData name="Hitila, Markus" userId="58a62362-4420-408d-888a-77177b804f12" providerId="ADAL" clId="{ACD9C442-CA84-4092-9ECC-3F653EC438F4}" dt="2022-09-28T08:54:51.470" v="1547" actId="478"/>
          <ac:graphicFrameMkLst>
            <pc:docMk/>
            <pc:sldMk cId="2275725973" sldId="333"/>
            <ac:graphicFrameMk id="2" creationId="{A9A92A06-E55A-FE6D-C0EA-EE5D63662620}"/>
          </ac:graphicFrameMkLst>
        </pc:graphicFrameChg>
        <pc:graphicFrameChg chg="add del mod modGraphic">
          <ac:chgData name="Hitila, Markus" userId="58a62362-4420-408d-888a-77177b804f12" providerId="ADAL" clId="{ACD9C442-CA84-4092-9ECC-3F653EC438F4}" dt="2022-10-02T11:51:06.750" v="2997" actId="113"/>
          <ac:graphicFrameMkLst>
            <pc:docMk/>
            <pc:sldMk cId="2275725973" sldId="333"/>
            <ac:graphicFrameMk id="3" creationId="{B93F7199-3420-A3CC-3C51-63BD65F7C782}"/>
          </ac:graphicFrameMkLst>
        </pc:graphicFrameChg>
        <pc:graphicFrameChg chg="add del mod modGraphic">
          <ac:chgData name="Hitila, Markus" userId="58a62362-4420-408d-888a-77177b804f12" providerId="ADAL" clId="{ACD9C442-CA84-4092-9ECC-3F653EC438F4}" dt="2022-10-02T10:35:20.927" v="2158" actId="1032"/>
          <ac:graphicFrameMkLst>
            <pc:docMk/>
            <pc:sldMk cId="2275725973" sldId="333"/>
            <ac:graphicFrameMk id="4" creationId="{4C2DC543-0F8B-711E-C15F-B009E394A66D}"/>
          </ac:graphicFrameMkLst>
        </pc:graphicFrameChg>
        <pc:graphicFrameChg chg="add del modGraphic">
          <ac:chgData name="Hitila, Markus" userId="58a62362-4420-408d-888a-77177b804f12" providerId="ADAL" clId="{ACD9C442-CA84-4092-9ECC-3F653EC438F4}" dt="2022-10-02T10:36:18.202" v="2160" actId="1032"/>
          <ac:graphicFrameMkLst>
            <pc:docMk/>
            <pc:sldMk cId="2275725973" sldId="333"/>
            <ac:graphicFrameMk id="5" creationId="{9137D34D-A271-ABB9-652B-66EC145F2B1F}"/>
          </ac:graphicFrameMkLst>
        </pc:graphicFrameChg>
        <pc:graphicFrameChg chg="add del mod modGraphic">
          <ac:chgData name="Hitila, Markus" userId="58a62362-4420-408d-888a-77177b804f12" providerId="ADAL" clId="{ACD9C442-CA84-4092-9ECC-3F653EC438F4}" dt="2022-10-02T10:38:24.900" v="2163" actId="1032"/>
          <ac:graphicFrameMkLst>
            <pc:docMk/>
            <pc:sldMk cId="2275725973" sldId="333"/>
            <ac:graphicFrameMk id="6" creationId="{D02D745F-BA85-FB7F-5CA8-6B13D0208B41}"/>
          </ac:graphicFrameMkLst>
        </pc:graphicFrameChg>
        <pc:graphicFrameChg chg="add del mod modGraphic">
          <ac:chgData name="Hitila, Markus" userId="58a62362-4420-408d-888a-77177b804f12" providerId="ADAL" clId="{ACD9C442-CA84-4092-9ECC-3F653EC438F4}" dt="2022-10-02T10:39:27.093" v="2167" actId="1032"/>
          <ac:graphicFrameMkLst>
            <pc:docMk/>
            <pc:sldMk cId="2275725973" sldId="333"/>
            <ac:graphicFrameMk id="7" creationId="{49E23361-9C69-979E-0FAB-B22B89557B1E}"/>
          </ac:graphicFrameMkLst>
        </pc:graphicFrameChg>
      </pc:sldChg>
      <pc:sldChg chg="del">
        <pc:chgData name="Hitila, Markus" userId="58a62362-4420-408d-888a-77177b804f12" providerId="ADAL" clId="{ACD9C442-CA84-4092-9ECC-3F653EC438F4}" dt="2022-09-26T09:19:59.845" v="102" actId="47"/>
        <pc:sldMkLst>
          <pc:docMk/>
          <pc:sldMk cId="2731446626" sldId="333"/>
        </pc:sldMkLst>
      </pc:sldChg>
      <pc:sldChg chg="del">
        <pc:chgData name="Hitila, Markus" userId="58a62362-4420-408d-888a-77177b804f12" providerId="ADAL" clId="{ACD9C442-CA84-4092-9ECC-3F653EC438F4}" dt="2022-09-26T09:19:51.742" v="94" actId="47"/>
        <pc:sldMkLst>
          <pc:docMk/>
          <pc:sldMk cId="1312954463" sldId="334"/>
        </pc:sldMkLst>
      </pc:sldChg>
      <pc:sldChg chg="addSp delSp modSp new mod ord">
        <pc:chgData name="Hitila, Markus" userId="58a62362-4420-408d-888a-77177b804f12" providerId="ADAL" clId="{ACD9C442-CA84-4092-9ECC-3F653EC438F4}" dt="2022-10-02T11:48:38.962" v="2971" actId="255"/>
        <pc:sldMkLst>
          <pc:docMk/>
          <pc:sldMk cId="3138112408" sldId="334"/>
        </pc:sldMkLst>
        <pc:spChg chg="add mod">
          <ac:chgData name="Hitila, Markus" userId="58a62362-4420-408d-888a-77177b804f12" providerId="ADAL" clId="{ACD9C442-CA84-4092-9ECC-3F653EC438F4}" dt="2022-10-02T11:48:38.962" v="2971" actId="255"/>
          <ac:spMkLst>
            <pc:docMk/>
            <pc:sldMk cId="3138112408" sldId="334"/>
            <ac:spMk id="2" creationId="{F845BC11-F573-36D5-529D-E5A898852B8B}"/>
          </ac:spMkLst>
        </pc:spChg>
        <pc:spChg chg="add del mod">
          <ac:chgData name="Hitila, Markus" userId="58a62362-4420-408d-888a-77177b804f12" providerId="ADAL" clId="{ACD9C442-CA84-4092-9ECC-3F653EC438F4}" dt="2022-10-02T10:01:09.329" v="1719"/>
          <ac:spMkLst>
            <pc:docMk/>
            <pc:sldMk cId="3138112408" sldId="334"/>
            <ac:spMk id="4" creationId="{9DE3AF10-BF7B-81C8-72B3-E81C8CB0CC0E}"/>
          </ac:spMkLst>
        </pc:spChg>
        <pc:spChg chg="add del mod">
          <ac:chgData name="Hitila, Markus" userId="58a62362-4420-408d-888a-77177b804f12" providerId="ADAL" clId="{ACD9C442-CA84-4092-9ECC-3F653EC438F4}" dt="2022-10-02T10:10:41.258" v="1922"/>
          <ac:spMkLst>
            <pc:docMk/>
            <pc:sldMk cId="3138112408" sldId="334"/>
            <ac:spMk id="5" creationId="{EBC80FE8-8D2E-A580-B360-C03C3287F742}"/>
          </ac:spMkLst>
        </pc:spChg>
        <pc:spChg chg="add del mod">
          <ac:chgData name="Hitila, Markus" userId="58a62362-4420-408d-888a-77177b804f12" providerId="ADAL" clId="{ACD9C442-CA84-4092-9ECC-3F653EC438F4}" dt="2022-10-02T10:12:08.825" v="1925"/>
          <ac:spMkLst>
            <pc:docMk/>
            <pc:sldMk cId="3138112408" sldId="334"/>
            <ac:spMk id="6" creationId="{D995CCB4-A15E-B31E-C221-3650E858BFED}"/>
          </ac:spMkLst>
        </pc:spChg>
        <pc:spChg chg="add del mod topLvl">
          <ac:chgData name="Hitila, Markus" userId="58a62362-4420-408d-888a-77177b804f12" providerId="ADAL" clId="{ACD9C442-CA84-4092-9ECC-3F653EC438F4}" dt="2022-10-02T10:27:35.229" v="2141" actId="478"/>
          <ac:spMkLst>
            <pc:docMk/>
            <pc:sldMk cId="3138112408" sldId="334"/>
            <ac:spMk id="8" creationId="{7C4AD9D6-F22F-19C8-CBEE-80856896811F}"/>
          </ac:spMkLst>
        </pc:spChg>
        <pc:spChg chg="add mod topLvl">
          <ac:chgData name="Hitila, Markus" userId="58a62362-4420-408d-888a-77177b804f12" providerId="ADAL" clId="{ACD9C442-CA84-4092-9ECC-3F653EC438F4}" dt="2022-10-02T11:01:01.894" v="2627" actId="21"/>
          <ac:spMkLst>
            <pc:docMk/>
            <pc:sldMk cId="3138112408" sldId="334"/>
            <ac:spMk id="9" creationId="{FCB4CAC2-EE49-D238-181C-1C628898C305}"/>
          </ac:spMkLst>
        </pc:spChg>
        <pc:spChg chg="mod">
          <ac:chgData name="Hitila, Markus" userId="58a62362-4420-408d-888a-77177b804f12" providerId="ADAL" clId="{ACD9C442-CA84-4092-9ECC-3F653EC438F4}" dt="2022-10-02T11:01:22.407" v="2629"/>
          <ac:spMkLst>
            <pc:docMk/>
            <pc:sldMk cId="3138112408" sldId="334"/>
            <ac:spMk id="11" creationId="{D8F652AF-A382-2360-E485-E64CFAB6130D}"/>
          </ac:spMkLst>
        </pc:spChg>
        <pc:spChg chg="mod">
          <ac:chgData name="Hitila, Markus" userId="58a62362-4420-408d-888a-77177b804f12" providerId="ADAL" clId="{ACD9C442-CA84-4092-9ECC-3F653EC438F4}" dt="2022-10-02T11:04:38.969" v="2644" actId="2711"/>
          <ac:spMkLst>
            <pc:docMk/>
            <pc:sldMk cId="3138112408" sldId="334"/>
            <ac:spMk id="12" creationId="{93C77B39-3E44-68A1-B649-DA11A81747D4}"/>
          </ac:spMkLst>
        </pc:spChg>
        <pc:grpChg chg="add del mod">
          <ac:chgData name="Hitila, Markus" userId="58a62362-4420-408d-888a-77177b804f12" providerId="ADAL" clId="{ACD9C442-CA84-4092-9ECC-3F653EC438F4}" dt="2022-10-02T10:27:35.229" v="2141" actId="478"/>
          <ac:grpSpMkLst>
            <pc:docMk/>
            <pc:sldMk cId="3138112408" sldId="334"/>
            <ac:grpSpMk id="7" creationId="{4B0B4CBD-4702-EB46-38A3-2A80B092AB3C}"/>
          </ac:grpSpMkLst>
        </pc:grpChg>
        <pc:grpChg chg="add mod">
          <ac:chgData name="Hitila, Markus" userId="58a62362-4420-408d-888a-77177b804f12" providerId="ADAL" clId="{ACD9C442-CA84-4092-9ECC-3F653EC438F4}" dt="2022-10-02T11:01:29.265" v="2630" actId="1076"/>
          <ac:grpSpMkLst>
            <pc:docMk/>
            <pc:sldMk cId="3138112408" sldId="334"/>
            <ac:grpSpMk id="10" creationId="{E6159C88-B3FA-9331-011F-3F50C1C10FDD}"/>
          </ac:grpSpMkLst>
        </pc:grpChg>
        <pc:graphicFrameChg chg="add mod modGraphic">
          <ac:chgData name="Hitila, Markus" userId="58a62362-4420-408d-888a-77177b804f12" providerId="ADAL" clId="{ACD9C442-CA84-4092-9ECC-3F653EC438F4}" dt="2022-10-02T11:04:13.749" v="2643" actId="20577"/>
          <ac:graphicFrameMkLst>
            <pc:docMk/>
            <pc:sldMk cId="3138112408" sldId="334"/>
            <ac:graphicFrameMk id="3" creationId="{0F58F42E-2B46-4179-AF86-D67367CC201C}"/>
          </ac:graphicFrameMkLst>
        </pc:graphicFrameChg>
      </pc:sldChg>
      <pc:sldChg chg="addSp modSp new mod setBg">
        <pc:chgData name="Hitila, Markus" userId="58a62362-4420-408d-888a-77177b804f12" providerId="ADAL" clId="{ACD9C442-CA84-4092-9ECC-3F653EC438F4}" dt="2022-10-02T11:41:58.362" v="2932" actId="1076"/>
        <pc:sldMkLst>
          <pc:docMk/>
          <pc:sldMk cId="1582777049" sldId="335"/>
        </pc:sldMkLst>
        <pc:spChg chg="add mod">
          <ac:chgData name="Hitila, Markus" userId="58a62362-4420-408d-888a-77177b804f12" providerId="ADAL" clId="{ACD9C442-CA84-4092-9ECC-3F653EC438F4}" dt="2022-10-02T11:41:58.362" v="2932" actId="1076"/>
          <ac:spMkLst>
            <pc:docMk/>
            <pc:sldMk cId="1582777049" sldId="335"/>
            <ac:spMk id="2" creationId="{746CD724-C80C-CC01-D1EF-BEF4167696B9}"/>
          </ac:spMkLst>
        </pc:spChg>
        <pc:spChg chg="add mod">
          <ac:chgData name="Hitila, Markus" userId="58a62362-4420-408d-888a-77177b804f12" providerId="ADAL" clId="{ACD9C442-CA84-4092-9ECC-3F653EC438F4}" dt="2022-10-02T11:41:46.617" v="2930" actId="114"/>
          <ac:spMkLst>
            <pc:docMk/>
            <pc:sldMk cId="1582777049" sldId="335"/>
            <ac:spMk id="3" creationId="{92F30E62-2116-DC3B-5BF6-ECB990940F33}"/>
          </ac:spMkLst>
        </pc:spChg>
        <pc:spChg chg="add">
          <ac:chgData name="Hitila, Markus" userId="58a62362-4420-408d-888a-77177b804f12" providerId="ADAL" clId="{ACD9C442-CA84-4092-9ECC-3F653EC438F4}" dt="2022-10-02T11:38:26.447" v="2879" actId="26606"/>
          <ac:spMkLst>
            <pc:docMk/>
            <pc:sldMk cId="1582777049" sldId="335"/>
            <ac:spMk id="3081" creationId="{48521FF3-894A-4A8D-BE99-3BDF66485E48}"/>
          </ac:spMkLst>
        </pc:spChg>
        <pc:picChg chg="add mod ord">
          <ac:chgData name="Hitila, Markus" userId="58a62362-4420-408d-888a-77177b804f12" providerId="ADAL" clId="{ACD9C442-CA84-4092-9ECC-3F653EC438F4}" dt="2022-10-02T11:41:14.342" v="2926" actId="14100"/>
          <ac:picMkLst>
            <pc:docMk/>
            <pc:sldMk cId="1582777049" sldId="335"/>
            <ac:picMk id="3074" creationId="{9E9C189B-8B83-8FBB-239F-8F330E3AD7E1}"/>
          </ac:picMkLst>
        </pc:picChg>
        <pc:picChg chg="add mod">
          <ac:chgData name="Hitila, Markus" userId="58a62362-4420-408d-888a-77177b804f12" providerId="ADAL" clId="{ACD9C442-CA84-4092-9ECC-3F653EC438F4}" dt="2022-10-02T11:41:24.178" v="2927" actId="14100"/>
          <ac:picMkLst>
            <pc:docMk/>
            <pc:sldMk cId="1582777049" sldId="335"/>
            <ac:picMk id="3076" creationId="{8E318961-0963-4C9E-8C20-AD781CA59C2F}"/>
          </ac:picMkLst>
        </pc:picChg>
        <pc:cxnChg chg="add">
          <ac:chgData name="Hitila, Markus" userId="58a62362-4420-408d-888a-77177b804f12" providerId="ADAL" clId="{ACD9C442-CA84-4092-9ECC-3F653EC438F4}" dt="2022-10-02T11:38:26.447" v="2879" actId="26606"/>
          <ac:cxnSpMkLst>
            <pc:docMk/>
            <pc:sldMk cId="1582777049" sldId="335"/>
            <ac:cxnSpMk id="3083" creationId="{0E945635-A0AC-4635-A740-B1CD7411DB9D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866B5D-D8E7-4023-AC2B-4B680FF2420D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8B6015E-155C-4727-A72A-ED0154B76F3B}">
      <dgm:prSet/>
      <dgm:spPr/>
      <dgm:t>
        <a:bodyPr/>
        <a:lstStyle/>
        <a:p>
          <a:r>
            <a:rPr lang="en-US"/>
            <a:t>In Namibia, the teaching of science, technology and mathematics (STEM) is being prioritized to speed up its economic development </a:t>
          </a:r>
        </a:p>
      </dgm:t>
    </dgm:pt>
    <dgm:pt modelId="{C55F31BC-F965-4CBB-8CB3-33B020D7F998}" type="parTrans" cxnId="{CD444CEF-B3C1-4A70-90BF-A53709BBD119}">
      <dgm:prSet/>
      <dgm:spPr/>
      <dgm:t>
        <a:bodyPr/>
        <a:lstStyle/>
        <a:p>
          <a:endParaRPr lang="en-US"/>
        </a:p>
      </dgm:t>
    </dgm:pt>
    <dgm:pt modelId="{45BC68E8-774F-4A29-8C7F-6B5B966B2CEA}" type="sibTrans" cxnId="{CD444CEF-B3C1-4A70-90BF-A53709BBD119}">
      <dgm:prSet/>
      <dgm:spPr/>
      <dgm:t>
        <a:bodyPr/>
        <a:lstStyle/>
        <a:p>
          <a:endParaRPr lang="en-US"/>
        </a:p>
      </dgm:t>
    </dgm:pt>
    <dgm:pt modelId="{9DC3CCEF-7200-47D2-84F9-710D2C0B69A8}">
      <dgm:prSet/>
      <dgm:spPr/>
      <dgm:t>
        <a:bodyPr/>
        <a:lstStyle/>
        <a:p>
          <a:r>
            <a:rPr lang="en-US"/>
            <a:t>The current Namibian educational policy fosters the teaching of sciences as a means towards building a knowledge-based economy.</a:t>
          </a:r>
        </a:p>
      </dgm:t>
    </dgm:pt>
    <dgm:pt modelId="{0A4ED9B3-93EC-48FB-B523-EE9659807C56}" type="parTrans" cxnId="{453F07E1-6A16-4D42-A731-E48C82A4F832}">
      <dgm:prSet/>
      <dgm:spPr/>
      <dgm:t>
        <a:bodyPr/>
        <a:lstStyle/>
        <a:p>
          <a:endParaRPr lang="en-US"/>
        </a:p>
      </dgm:t>
    </dgm:pt>
    <dgm:pt modelId="{DCAF3475-3014-4CCD-8050-5101117FA2FC}" type="sibTrans" cxnId="{453F07E1-6A16-4D42-A731-E48C82A4F832}">
      <dgm:prSet/>
      <dgm:spPr/>
      <dgm:t>
        <a:bodyPr/>
        <a:lstStyle/>
        <a:p>
          <a:endParaRPr lang="en-US"/>
        </a:p>
      </dgm:t>
    </dgm:pt>
    <dgm:pt modelId="{2EB969F3-B4B0-4EFE-BA70-2C4570A91903}">
      <dgm:prSet/>
      <dgm:spPr/>
      <dgm:t>
        <a:bodyPr/>
        <a:lstStyle/>
        <a:p>
          <a:r>
            <a:rPr lang="en-US"/>
            <a:t>However, effective teaching and learning of science in general, and physics has encountered challenges in recent decades.</a:t>
          </a:r>
        </a:p>
      </dgm:t>
    </dgm:pt>
    <dgm:pt modelId="{50C7D68F-E69E-4B2B-8AF0-5E6C7F84C932}" type="parTrans" cxnId="{8434433C-A677-4792-BB08-A6ACDB80A042}">
      <dgm:prSet/>
      <dgm:spPr/>
      <dgm:t>
        <a:bodyPr/>
        <a:lstStyle/>
        <a:p>
          <a:endParaRPr lang="en-US"/>
        </a:p>
      </dgm:t>
    </dgm:pt>
    <dgm:pt modelId="{FCFB4CF2-37E5-4129-A573-669421CC5C79}" type="sibTrans" cxnId="{8434433C-A677-4792-BB08-A6ACDB80A042}">
      <dgm:prSet/>
      <dgm:spPr/>
      <dgm:t>
        <a:bodyPr/>
        <a:lstStyle/>
        <a:p>
          <a:endParaRPr lang="en-US"/>
        </a:p>
      </dgm:t>
    </dgm:pt>
    <dgm:pt modelId="{ADC6FC6B-AD9B-4CD4-9E83-AE6F109B04CD}">
      <dgm:prSet/>
      <dgm:spPr/>
      <dgm:t>
        <a:bodyPr/>
        <a:lstStyle/>
        <a:p>
          <a:r>
            <a:rPr lang="en-US"/>
            <a:t>The lack of sufficient infrastructure and equipment coupled with curriculum changes and noticeable lack of sufficient science teachers are some of the key factors affecting effective learning</a:t>
          </a:r>
        </a:p>
      </dgm:t>
    </dgm:pt>
    <dgm:pt modelId="{07730F23-C3FC-47B5-B60B-AAC456C6063C}" type="parTrans" cxnId="{777C3644-CF7B-4E7D-886A-8BB67181FCE8}">
      <dgm:prSet/>
      <dgm:spPr/>
      <dgm:t>
        <a:bodyPr/>
        <a:lstStyle/>
        <a:p>
          <a:endParaRPr lang="en-US"/>
        </a:p>
      </dgm:t>
    </dgm:pt>
    <dgm:pt modelId="{AD946106-1684-4B7D-B771-C3C08BE23391}" type="sibTrans" cxnId="{777C3644-CF7B-4E7D-886A-8BB67181FCE8}">
      <dgm:prSet/>
      <dgm:spPr/>
      <dgm:t>
        <a:bodyPr/>
        <a:lstStyle/>
        <a:p>
          <a:endParaRPr lang="en-US"/>
        </a:p>
      </dgm:t>
    </dgm:pt>
    <dgm:pt modelId="{F92880C2-7EF8-4D5E-92D7-956662236B4C}">
      <dgm:prSet/>
      <dgm:spPr/>
      <dgm:t>
        <a:bodyPr/>
        <a:lstStyle/>
        <a:p>
          <a:r>
            <a:rPr lang="en-US"/>
            <a:t>In addition to these factors, it is generally observed that the teaching and learning of science (including physics) in Namibia is still dominated by teacher-cantered approaches that do not promote students 'active learning.</a:t>
          </a:r>
        </a:p>
      </dgm:t>
    </dgm:pt>
    <dgm:pt modelId="{AEF2971E-DEDC-41F8-BD97-972087FB7DCD}" type="parTrans" cxnId="{3535CB4E-2083-4562-B8C8-B4EADA12E4B9}">
      <dgm:prSet/>
      <dgm:spPr/>
      <dgm:t>
        <a:bodyPr/>
        <a:lstStyle/>
        <a:p>
          <a:endParaRPr lang="en-US"/>
        </a:p>
      </dgm:t>
    </dgm:pt>
    <dgm:pt modelId="{2FB5E9DC-1611-4DE5-BFC6-BC4DEC4B92E5}" type="sibTrans" cxnId="{3535CB4E-2083-4562-B8C8-B4EADA12E4B9}">
      <dgm:prSet/>
      <dgm:spPr/>
      <dgm:t>
        <a:bodyPr/>
        <a:lstStyle/>
        <a:p>
          <a:endParaRPr lang="en-US"/>
        </a:p>
      </dgm:t>
    </dgm:pt>
    <dgm:pt modelId="{DDCAB162-1E7C-4EE3-9640-1C135DE66BA0}" type="pres">
      <dgm:prSet presAssocID="{95866B5D-D8E7-4023-AC2B-4B680FF2420D}" presName="Name0" presStyleCnt="0">
        <dgm:presLayoutVars>
          <dgm:dir/>
          <dgm:animLvl val="lvl"/>
          <dgm:resizeHandles val="exact"/>
        </dgm:presLayoutVars>
      </dgm:prSet>
      <dgm:spPr/>
    </dgm:pt>
    <dgm:pt modelId="{684FD377-6192-4D64-BB91-9C0ECAA7D584}" type="pres">
      <dgm:prSet presAssocID="{F92880C2-7EF8-4D5E-92D7-956662236B4C}" presName="boxAndChildren" presStyleCnt="0"/>
      <dgm:spPr/>
    </dgm:pt>
    <dgm:pt modelId="{A6FE43E1-8D8D-4CBB-842F-A9DB2618FD8B}" type="pres">
      <dgm:prSet presAssocID="{F92880C2-7EF8-4D5E-92D7-956662236B4C}" presName="parentTextBox" presStyleLbl="node1" presStyleIdx="0" presStyleCnt="5"/>
      <dgm:spPr/>
    </dgm:pt>
    <dgm:pt modelId="{E2652C80-2CB8-4748-BD81-213415B9E2DC}" type="pres">
      <dgm:prSet presAssocID="{AD946106-1684-4B7D-B771-C3C08BE23391}" presName="sp" presStyleCnt="0"/>
      <dgm:spPr/>
    </dgm:pt>
    <dgm:pt modelId="{8ACC3BAF-006A-424D-8DBF-44C1CD544B0C}" type="pres">
      <dgm:prSet presAssocID="{ADC6FC6B-AD9B-4CD4-9E83-AE6F109B04CD}" presName="arrowAndChildren" presStyleCnt="0"/>
      <dgm:spPr/>
    </dgm:pt>
    <dgm:pt modelId="{7CE11281-0717-4958-A5C6-40EB8814FD94}" type="pres">
      <dgm:prSet presAssocID="{ADC6FC6B-AD9B-4CD4-9E83-AE6F109B04CD}" presName="parentTextArrow" presStyleLbl="node1" presStyleIdx="1" presStyleCnt="5"/>
      <dgm:spPr/>
    </dgm:pt>
    <dgm:pt modelId="{28566E80-2392-42DE-9257-64651F70F20F}" type="pres">
      <dgm:prSet presAssocID="{FCFB4CF2-37E5-4129-A573-669421CC5C79}" presName="sp" presStyleCnt="0"/>
      <dgm:spPr/>
    </dgm:pt>
    <dgm:pt modelId="{C78F6413-31EB-4DB4-BC4D-017709561ECB}" type="pres">
      <dgm:prSet presAssocID="{2EB969F3-B4B0-4EFE-BA70-2C4570A91903}" presName="arrowAndChildren" presStyleCnt="0"/>
      <dgm:spPr/>
    </dgm:pt>
    <dgm:pt modelId="{09C92AA5-247E-4E58-832E-6B45A2EEAD46}" type="pres">
      <dgm:prSet presAssocID="{2EB969F3-B4B0-4EFE-BA70-2C4570A91903}" presName="parentTextArrow" presStyleLbl="node1" presStyleIdx="2" presStyleCnt="5"/>
      <dgm:spPr/>
    </dgm:pt>
    <dgm:pt modelId="{7F7B14AF-7911-4111-89DD-1021FAF045E1}" type="pres">
      <dgm:prSet presAssocID="{DCAF3475-3014-4CCD-8050-5101117FA2FC}" presName="sp" presStyleCnt="0"/>
      <dgm:spPr/>
    </dgm:pt>
    <dgm:pt modelId="{46BFE53F-AA3C-4BB6-9724-EF0889E6562F}" type="pres">
      <dgm:prSet presAssocID="{9DC3CCEF-7200-47D2-84F9-710D2C0B69A8}" presName="arrowAndChildren" presStyleCnt="0"/>
      <dgm:spPr/>
    </dgm:pt>
    <dgm:pt modelId="{6ADD564A-1FA1-4A64-9553-2B3CBA6455A9}" type="pres">
      <dgm:prSet presAssocID="{9DC3CCEF-7200-47D2-84F9-710D2C0B69A8}" presName="parentTextArrow" presStyleLbl="node1" presStyleIdx="3" presStyleCnt="5"/>
      <dgm:spPr/>
    </dgm:pt>
    <dgm:pt modelId="{B7FE4AF3-E9B9-4869-A40F-BCE2AA422FB6}" type="pres">
      <dgm:prSet presAssocID="{45BC68E8-774F-4A29-8C7F-6B5B966B2CEA}" presName="sp" presStyleCnt="0"/>
      <dgm:spPr/>
    </dgm:pt>
    <dgm:pt modelId="{F2F771DF-BB95-436A-8C75-1947D1E8B6C7}" type="pres">
      <dgm:prSet presAssocID="{A8B6015E-155C-4727-A72A-ED0154B76F3B}" presName="arrowAndChildren" presStyleCnt="0"/>
      <dgm:spPr/>
    </dgm:pt>
    <dgm:pt modelId="{8F7F9C6E-6B09-48B5-B54A-5AB00787C1E5}" type="pres">
      <dgm:prSet presAssocID="{A8B6015E-155C-4727-A72A-ED0154B76F3B}" presName="parentTextArrow" presStyleLbl="node1" presStyleIdx="4" presStyleCnt="5"/>
      <dgm:spPr/>
    </dgm:pt>
  </dgm:ptLst>
  <dgm:cxnLst>
    <dgm:cxn modelId="{7D01C136-1588-447B-A93E-68EFD5D4B252}" type="presOf" srcId="{2EB969F3-B4B0-4EFE-BA70-2C4570A91903}" destId="{09C92AA5-247E-4E58-832E-6B45A2EEAD46}" srcOrd="0" destOrd="0" presId="urn:microsoft.com/office/officeart/2005/8/layout/process4"/>
    <dgm:cxn modelId="{8434433C-A677-4792-BB08-A6ACDB80A042}" srcId="{95866B5D-D8E7-4023-AC2B-4B680FF2420D}" destId="{2EB969F3-B4B0-4EFE-BA70-2C4570A91903}" srcOrd="2" destOrd="0" parTransId="{50C7D68F-E69E-4B2B-8AF0-5E6C7F84C932}" sibTransId="{FCFB4CF2-37E5-4129-A573-669421CC5C79}"/>
    <dgm:cxn modelId="{777C3644-CF7B-4E7D-886A-8BB67181FCE8}" srcId="{95866B5D-D8E7-4023-AC2B-4B680FF2420D}" destId="{ADC6FC6B-AD9B-4CD4-9E83-AE6F109B04CD}" srcOrd="3" destOrd="0" parTransId="{07730F23-C3FC-47B5-B60B-AAC456C6063C}" sibTransId="{AD946106-1684-4B7D-B771-C3C08BE23391}"/>
    <dgm:cxn modelId="{3535CB4E-2083-4562-B8C8-B4EADA12E4B9}" srcId="{95866B5D-D8E7-4023-AC2B-4B680FF2420D}" destId="{F92880C2-7EF8-4D5E-92D7-956662236B4C}" srcOrd="4" destOrd="0" parTransId="{AEF2971E-DEDC-41F8-BD97-972087FB7DCD}" sibTransId="{2FB5E9DC-1611-4DE5-BFC6-BC4DEC4B92E5}"/>
    <dgm:cxn modelId="{97C7288A-1FC7-41D9-BD72-DB79A6DC50D5}" type="presOf" srcId="{9DC3CCEF-7200-47D2-84F9-710D2C0B69A8}" destId="{6ADD564A-1FA1-4A64-9553-2B3CBA6455A9}" srcOrd="0" destOrd="0" presId="urn:microsoft.com/office/officeart/2005/8/layout/process4"/>
    <dgm:cxn modelId="{A3D1A697-0935-4879-943A-1C007888E37C}" type="presOf" srcId="{A8B6015E-155C-4727-A72A-ED0154B76F3B}" destId="{8F7F9C6E-6B09-48B5-B54A-5AB00787C1E5}" srcOrd="0" destOrd="0" presId="urn:microsoft.com/office/officeart/2005/8/layout/process4"/>
    <dgm:cxn modelId="{EA69FA9F-2D50-440E-A6F6-4E76E19AD5E0}" type="presOf" srcId="{ADC6FC6B-AD9B-4CD4-9E83-AE6F109B04CD}" destId="{7CE11281-0717-4958-A5C6-40EB8814FD94}" srcOrd="0" destOrd="0" presId="urn:microsoft.com/office/officeart/2005/8/layout/process4"/>
    <dgm:cxn modelId="{EEDD5AB2-51B1-4662-B3A7-B80C676854D6}" type="presOf" srcId="{95866B5D-D8E7-4023-AC2B-4B680FF2420D}" destId="{DDCAB162-1E7C-4EE3-9640-1C135DE66BA0}" srcOrd="0" destOrd="0" presId="urn:microsoft.com/office/officeart/2005/8/layout/process4"/>
    <dgm:cxn modelId="{D8CC2EDE-96AC-415C-960C-1F7CD377F856}" type="presOf" srcId="{F92880C2-7EF8-4D5E-92D7-956662236B4C}" destId="{A6FE43E1-8D8D-4CBB-842F-A9DB2618FD8B}" srcOrd="0" destOrd="0" presId="urn:microsoft.com/office/officeart/2005/8/layout/process4"/>
    <dgm:cxn modelId="{453F07E1-6A16-4D42-A731-E48C82A4F832}" srcId="{95866B5D-D8E7-4023-AC2B-4B680FF2420D}" destId="{9DC3CCEF-7200-47D2-84F9-710D2C0B69A8}" srcOrd="1" destOrd="0" parTransId="{0A4ED9B3-93EC-48FB-B523-EE9659807C56}" sibTransId="{DCAF3475-3014-4CCD-8050-5101117FA2FC}"/>
    <dgm:cxn modelId="{CD444CEF-B3C1-4A70-90BF-A53709BBD119}" srcId="{95866B5D-D8E7-4023-AC2B-4B680FF2420D}" destId="{A8B6015E-155C-4727-A72A-ED0154B76F3B}" srcOrd="0" destOrd="0" parTransId="{C55F31BC-F965-4CBB-8CB3-33B020D7F998}" sibTransId="{45BC68E8-774F-4A29-8C7F-6B5B966B2CEA}"/>
    <dgm:cxn modelId="{A298B2EA-207A-4150-814E-4DD6E6FB6D98}" type="presParOf" srcId="{DDCAB162-1E7C-4EE3-9640-1C135DE66BA0}" destId="{684FD377-6192-4D64-BB91-9C0ECAA7D584}" srcOrd="0" destOrd="0" presId="urn:microsoft.com/office/officeart/2005/8/layout/process4"/>
    <dgm:cxn modelId="{D5B5A5B9-D2E1-4410-9356-76F7EC50F43E}" type="presParOf" srcId="{684FD377-6192-4D64-BB91-9C0ECAA7D584}" destId="{A6FE43E1-8D8D-4CBB-842F-A9DB2618FD8B}" srcOrd="0" destOrd="0" presId="urn:microsoft.com/office/officeart/2005/8/layout/process4"/>
    <dgm:cxn modelId="{455C3C8C-4DFD-4B67-9E90-975177597C01}" type="presParOf" srcId="{DDCAB162-1E7C-4EE3-9640-1C135DE66BA0}" destId="{E2652C80-2CB8-4748-BD81-213415B9E2DC}" srcOrd="1" destOrd="0" presId="urn:microsoft.com/office/officeart/2005/8/layout/process4"/>
    <dgm:cxn modelId="{22C11829-428C-4DCE-88C8-CB22627EEFCF}" type="presParOf" srcId="{DDCAB162-1E7C-4EE3-9640-1C135DE66BA0}" destId="{8ACC3BAF-006A-424D-8DBF-44C1CD544B0C}" srcOrd="2" destOrd="0" presId="urn:microsoft.com/office/officeart/2005/8/layout/process4"/>
    <dgm:cxn modelId="{C29453C0-5A0F-4543-ACF3-C7ECD75BF4F3}" type="presParOf" srcId="{8ACC3BAF-006A-424D-8DBF-44C1CD544B0C}" destId="{7CE11281-0717-4958-A5C6-40EB8814FD94}" srcOrd="0" destOrd="0" presId="urn:microsoft.com/office/officeart/2005/8/layout/process4"/>
    <dgm:cxn modelId="{444B9512-6FA6-481B-9D83-29FCD5B18113}" type="presParOf" srcId="{DDCAB162-1E7C-4EE3-9640-1C135DE66BA0}" destId="{28566E80-2392-42DE-9257-64651F70F20F}" srcOrd="3" destOrd="0" presId="urn:microsoft.com/office/officeart/2005/8/layout/process4"/>
    <dgm:cxn modelId="{C0626230-E883-4A04-8DE8-98CEE2C5DB4A}" type="presParOf" srcId="{DDCAB162-1E7C-4EE3-9640-1C135DE66BA0}" destId="{C78F6413-31EB-4DB4-BC4D-017709561ECB}" srcOrd="4" destOrd="0" presId="urn:microsoft.com/office/officeart/2005/8/layout/process4"/>
    <dgm:cxn modelId="{1D26674F-A567-4BF4-A08F-DAC284CB2E02}" type="presParOf" srcId="{C78F6413-31EB-4DB4-BC4D-017709561ECB}" destId="{09C92AA5-247E-4E58-832E-6B45A2EEAD46}" srcOrd="0" destOrd="0" presId="urn:microsoft.com/office/officeart/2005/8/layout/process4"/>
    <dgm:cxn modelId="{5DA51F84-FAE8-4DB1-9B42-606357CB3361}" type="presParOf" srcId="{DDCAB162-1E7C-4EE3-9640-1C135DE66BA0}" destId="{7F7B14AF-7911-4111-89DD-1021FAF045E1}" srcOrd="5" destOrd="0" presId="urn:microsoft.com/office/officeart/2005/8/layout/process4"/>
    <dgm:cxn modelId="{9A61C53D-C9A2-4B86-AF8C-0C59C1245F83}" type="presParOf" srcId="{DDCAB162-1E7C-4EE3-9640-1C135DE66BA0}" destId="{46BFE53F-AA3C-4BB6-9724-EF0889E6562F}" srcOrd="6" destOrd="0" presId="urn:microsoft.com/office/officeart/2005/8/layout/process4"/>
    <dgm:cxn modelId="{B420B101-3694-4203-A03E-9215C80E2755}" type="presParOf" srcId="{46BFE53F-AA3C-4BB6-9724-EF0889E6562F}" destId="{6ADD564A-1FA1-4A64-9553-2B3CBA6455A9}" srcOrd="0" destOrd="0" presId="urn:microsoft.com/office/officeart/2005/8/layout/process4"/>
    <dgm:cxn modelId="{5B4D50D2-2675-4045-89EB-4961D2BA833E}" type="presParOf" srcId="{DDCAB162-1E7C-4EE3-9640-1C135DE66BA0}" destId="{B7FE4AF3-E9B9-4869-A40F-BCE2AA422FB6}" srcOrd="7" destOrd="0" presId="urn:microsoft.com/office/officeart/2005/8/layout/process4"/>
    <dgm:cxn modelId="{FF0E30B5-D572-4FD9-B370-C479FB0A33A0}" type="presParOf" srcId="{DDCAB162-1E7C-4EE3-9640-1C135DE66BA0}" destId="{F2F771DF-BB95-436A-8C75-1947D1E8B6C7}" srcOrd="8" destOrd="0" presId="urn:microsoft.com/office/officeart/2005/8/layout/process4"/>
    <dgm:cxn modelId="{53919485-ABD4-4AEA-BB32-6500C76509E7}" type="presParOf" srcId="{F2F771DF-BB95-436A-8C75-1947D1E8B6C7}" destId="{8F7F9C6E-6B09-48B5-B54A-5AB00787C1E5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FFC3878-1BBF-4812-A02D-47B6B89500B0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94D9223-20E8-44DF-9B24-05771451761E}">
      <dgm:prSet/>
      <dgm:spPr/>
      <dgm:t>
        <a:bodyPr/>
        <a:lstStyle/>
        <a:p>
          <a:r>
            <a:rPr lang="en-US"/>
            <a:t>Factors affecting the performance in Physics</a:t>
          </a:r>
        </a:p>
      </dgm:t>
    </dgm:pt>
    <dgm:pt modelId="{6BEE51A9-D857-4ACB-90F6-9F6987B67CB1}" type="parTrans" cxnId="{8F1FB2F5-BAF9-467E-96A7-5FFF6FC3DC79}">
      <dgm:prSet/>
      <dgm:spPr/>
      <dgm:t>
        <a:bodyPr/>
        <a:lstStyle/>
        <a:p>
          <a:endParaRPr lang="en-US"/>
        </a:p>
      </dgm:t>
    </dgm:pt>
    <dgm:pt modelId="{7EFF35BB-D55A-4C39-B128-4C5047ABBCDD}" type="sibTrans" cxnId="{8F1FB2F5-BAF9-467E-96A7-5FFF6FC3DC79}">
      <dgm:prSet/>
      <dgm:spPr/>
      <dgm:t>
        <a:bodyPr/>
        <a:lstStyle/>
        <a:p>
          <a:endParaRPr lang="en-US"/>
        </a:p>
      </dgm:t>
    </dgm:pt>
    <dgm:pt modelId="{EE4895D5-BEF7-4D8A-9524-DFA24F898644}">
      <dgm:prSet/>
      <dgm:spPr/>
      <dgm:t>
        <a:bodyPr/>
        <a:lstStyle/>
        <a:p>
          <a:r>
            <a:rPr lang="en-US"/>
            <a:t>lack of appropriate teaching materials and qualified teachers, </a:t>
          </a:r>
        </a:p>
      </dgm:t>
    </dgm:pt>
    <dgm:pt modelId="{F861AFCC-3624-468F-B59B-B3F9089D0FEC}" type="parTrans" cxnId="{6DB85A92-ADF9-4FA0-A119-586762E24D95}">
      <dgm:prSet/>
      <dgm:spPr/>
      <dgm:t>
        <a:bodyPr/>
        <a:lstStyle/>
        <a:p>
          <a:endParaRPr lang="en-US"/>
        </a:p>
      </dgm:t>
    </dgm:pt>
    <dgm:pt modelId="{EC3115FB-956B-4A05-AD60-CD29ECFDE6E5}" type="sibTrans" cxnId="{6DB85A92-ADF9-4FA0-A119-586762E24D95}">
      <dgm:prSet/>
      <dgm:spPr/>
      <dgm:t>
        <a:bodyPr/>
        <a:lstStyle/>
        <a:p>
          <a:endParaRPr lang="en-US"/>
        </a:p>
      </dgm:t>
    </dgm:pt>
    <dgm:pt modelId="{EA18FBDA-9DB4-4B0C-9DE1-9B09D5D7F1A0}">
      <dgm:prSet/>
      <dgm:spPr/>
      <dgm:t>
        <a:bodyPr/>
        <a:lstStyle/>
        <a:p>
          <a:r>
            <a:rPr lang="en-US" dirty="0"/>
            <a:t>traditional teaching methods, </a:t>
          </a:r>
        </a:p>
      </dgm:t>
    </dgm:pt>
    <dgm:pt modelId="{FBD5141A-4DC6-4D83-BEC6-F43E13CBCB82}" type="parTrans" cxnId="{D0397837-89B9-4A79-B8F6-22375709F50F}">
      <dgm:prSet/>
      <dgm:spPr/>
      <dgm:t>
        <a:bodyPr/>
        <a:lstStyle/>
        <a:p>
          <a:endParaRPr lang="en-US"/>
        </a:p>
      </dgm:t>
    </dgm:pt>
    <dgm:pt modelId="{6AB2EC02-FD2A-4F2F-ABC2-E4947DCAF7BE}" type="sibTrans" cxnId="{D0397837-89B9-4A79-B8F6-22375709F50F}">
      <dgm:prSet/>
      <dgm:spPr/>
      <dgm:t>
        <a:bodyPr/>
        <a:lstStyle/>
        <a:p>
          <a:endParaRPr lang="en-US"/>
        </a:p>
      </dgm:t>
    </dgm:pt>
    <dgm:pt modelId="{CC08586A-3E96-49F3-83E7-9BCBC636CB2B}">
      <dgm:prSet/>
      <dgm:spPr/>
      <dgm:t>
        <a:bodyPr/>
        <a:lstStyle/>
        <a:p>
          <a:r>
            <a:rPr lang="en-US" dirty="0"/>
            <a:t>lack of mathematics skills, </a:t>
          </a:r>
        </a:p>
      </dgm:t>
    </dgm:pt>
    <dgm:pt modelId="{0264D28C-970E-4CAB-B4B2-744B70198760}" type="parTrans" cxnId="{71002782-05B3-49E6-9A79-ED65F89AF919}">
      <dgm:prSet/>
      <dgm:spPr/>
      <dgm:t>
        <a:bodyPr/>
        <a:lstStyle/>
        <a:p>
          <a:endParaRPr lang="en-US"/>
        </a:p>
      </dgm:t>
    </dgm:pt>
    <dgm:pt modelId="{FC4DFA14-A914-4AF5-8E98-5BCDF9D9380F}" type="sibTrans" cxnId="{71002782-05B3-49E6-9A79-ED65F89AF919}">
      <dgm:prSet/>
      <dgm:spPr/>
      <dgm:t>
        <a:bodyPr/>
        <a:lstStyle/>
        <a:p>
          <a:endParaRPr lang="en-US"/>
        </a:p>
      </dgm:t>
    </dgm:pt>
    <dgm:pt modelId="{3A0A2DD2-CBC0-4DEC-A01B-AA794C679279}">
      <dgm:prSet/>
      <dgm:spPr/>
      <dgm:t>
        <a:bodyPr/>
        <a:lstStyle/>
        <a:p>
          <a:r>
            <a:rPr lang="en-US"/>
            <a:t>student epistemologies and misconceptions </a:t>
          </a:r>
        </a:p>
      </dgm:t>
    </dgm:pt>
    <dgm:pt modelId="{8478EFC0-7B23-47DC-A0BC-EE99F79BB67C}" type="parTrans" cxnId="{6628AA0B-08AF-4250-900A-DE93323F1DD9}">
      <dgm:prSet/>
      <dgm:spPr/>
      <dgm:t>
        <a:bodyPr/>
        <a:lstStyle/>
        <a:p>
          <a:endParaRPr lang="en-US"/>
        </a:p>
      </dgm:t>
    </dgm:pt>
    <dgm:pt modelId="{967FBFBA-FF47-43F2-9E2F-6858068E0DF8}" type="sibTrans" cxnId="{6628AA0B-08AF-4250-900A-DE93323F1DD9}">
      <dgm:prSet/>
      <dgm:spPr/>
      <dgm:t>
        <a:bodyPr/>
        <a:lstStyle/>
        <a:p>
          <a:endParaRPr lang="en-US"/>
        </a:p>
      </dgm:t>
    </dgm:pt>
    <dgm:pt modelId="{438FDA45-8538-4CF3-BCB2-568525D90739}">
      <dgm:prSet/>
      <dgm:spPr/>
      <dgm:t>
        <a:bodyPr/>
        <a:lstStyle/>
        <a:p>
          <a:r>
            <a:rPr lang="en-US"/>
            <a:t>The physics instruction approaches</a:t>
          </a:r>
        </a:p>
      </dgm:t>
    </dgm:pt>
    <dgm:pt modelId="{89B528F3-368B-4B1C-8D7D-CD764C79C93D}" type="parTrans" cxnId="{BE01A6DE-D258-4EAD-861C-9AD6FC5B7591}">
      <dgm:prSet/>
      <dgm:spPr/>
      <dgm:t>
        <a:bodyPr/>
        <a:lstStyle/>
        <a:p>
          <a:endParaRPr lang="en-US"/>
        </a:p>
      </dgm:t>
    </dgm:pt>
    <dgm:pt modelId="{25B5D78D-40E2-4C1B-BD0C-C69D6C90B102}" type="sibTrans" cxnId="{BE01A6DE-D258-4EAD-861C-9AD6FC5B7591}">
      <dgm:prSet/>
      <dgm:spPr/>
      <dgm:t>
        <a:bodyPr/>
        <a:lstStyle/>
        <a:p>
          <a:endParaRPr lang="en-US"/>
        </a:p>
      </dgm:t>
    </dgm:pt>
    <dgm:pt modelId="{46EA9217-0862-4D65-B0F9-7CB08DCDED69}" type="pres">
      <dgm:prSet presAssocID="{3FFC3878-1BBF-4812-A02D-47B6B89500B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EAF07E56-B8C1-4EC7-8801-8E792A4381B0}" type="pres">
      <dgm:prSet presAssocID="{194D9223-20E8-44DF-9B24-05771451761E}" presName="hierRoot1" presStyleCnt="0">
        <dgm:presLayoutVars>
          <dgm:hierBranch val="init"/>
        </dgm:presLayoutVars>
      </dgm:prSet>
      <dgm:spPr/>
    </dgm:pt>
    <dgm:pt modelId="{ED00DA8D-6E5A-44A8-9CD5-AFC905B9B88D}" type="pres">
      <dgm:prSet presAssocID="{194D9223-20E8-44DF-9B24-05771451761E}" presName="rootComposite1" presStyleCnt="0"/>
      <dgm:spPr/>
    </dgm:pt>
    <dgm:pt modelId="{BC98EEE6-9827-41FA-9C66-C465130F5309}" type="pres">
      <dgm:prSet presAssocID="{194D9223-20E8-44DF-9B24-05771451761E}" presName="rootText1" presStyleLbl="node0" presStyleIdx="0" presStyleCnt="1">
        <dgm:presLayoutVars>
          <dgm:chPref val="3"/>
        </dgm:presLayoutVars>
      </dgm:prSet>
      <dgm:spPr/>
    </dgm:pt>
    <dgm:pt modelId="{52677363-24D0-4E7C-97D2-4C0FF62B3B9A}" type="pres">
      <dgm:prSet presAssocID="{194D9223-20E8-44DF-9B24-05771451761E}" presName="rootConnector1" presStyleLbl="node1" presStyleIdx="0" presStyleCnt="0"/>
      <dgm:spPr/>
    </dgm:pt>
    <dgm:pt modelId="{4AB6F61F-CD37-43CD-8E16-9C930FFEBB11}" type="pres">
      <dgm:prSet presAssocID="{194D9223-20E8-44DF-9B24-05771451761E}" presName="hierChild2" presStyleCnt="0"/>
      <dgm:spPr/>
    </dgm:pt>
    <dgm:pt modelId="{8AA4A1E8-DAEE-4CA1-A132-52FB09987931}" type="pres">
      <dgm:prSet presAssocID="{F861AFCC-3624-468F-B59B-B3F9089D0FEC}" presName="Name64" presStyleLbl="parChTrans1D2" presStyleIdx="0" presStyleCnt="5"/>
      <dgm:spPr/>
    </dgm:pt>
    <dgm:pt modelId="{B5134404-22AD-4016-8B76-192EADEBBA07}" type="pres">
      <dgm:prSet presAssocID="{EE4895D5-BEF7-4D8A-9524-DFA24F898644}" presName="hierRoot2" presStyleCnt="0">
        <dgm:presLayoutVars>
          <dgm:hierBranch val="init"/>
        </dgm:presLayoutVars>
      </dgm:prSet>
      <dgm:spPr/>
    </dgm:pt>
    <dgm:pt modelId="{222E3930-596A-468D-8332-409EBAF68734}" type="pres">
      <dgm:prSet presAssocID="{EE4895D5-BEF7-4D8A-9524-DFA24F898644}" presName="rootComposite" presStyleCnt="0"/>
      <dgm:spPr/>
    </dgm:pt>
    <dgm:pt modelId="{89127B60-EA2E-4C68-BF96-4176EBF435B8}" type="pres">
      <dgm:prSet presAssocID="{EE4895D5-BEF7-4D8A-9524-DFA24F898644}" presName="rootText" presStyleLbl="node2" presStyleIdx="0" presStyleCnt="5">
        <dgm:presLayoutVars>
          <dgm:chPref val="3"/>
        </dgm:presLayoutVars>
      </dgm:prSet>
      <dgm:spPr/>
    </dgm:pt>
    <dgm:pt modelId="{BE677590-D0B6-4F3A-BED5-BC7A453903BE}" type="pres">
      <dgm:prSet presAssocID="{EE4895D5-BEF7-4D8A-9524-DFA24F898644}" presName="rootConnector" presStyleLbl="node2" presStyleIdx="0" presStyleCnt="5"/>
      <dgm:spPr/>
    </dgm:pt>
    <dgm:pt modelId="{EBDB28F7-2EEB-4E89-A6DF-CCA9B11D7418}" type="pres">
      <dgm:prSet presAssocID="{EE4895D5-BEF7-4D8A-9524-DFA24F898644}" presName="hierChild4" presStyleCnt="0"/>
      <dgm:spPr/>
    </dgm:pt>
    <dgm:pt modelId="{BF319430-741B-4AE3-9A41-C324AC4DB97D}" type="pres">
      <dgm:prSet presAssocID="{EE4895D5-BEF7-4D8A-9524-DFA24F898644}" presName="hierChild5" presStyleCnt="0"/>
      <dgm:spPr/>
    </dgm:pt>
    <dgm:pt modelId="{F9EEEDFC-7507-4F95-9574-A44168CCF7DF}" type="pres">
      <dgm:prSet presAssocID="{FBD5141A-4DC6-4D83-BEC6-F43E13CBCB82}" presName="Name64" presStyleLbl="parChTrans1D2" presStyleIdx="1" presStyleCnt="5"/>
      <dgm:spPr/>
    </dgm:pt>
    <dgm:pt modelId="{CAAE8F07-C336-4FFB-B15C-C42F1E393C34}" type="pres">
      <dgm:prSet presAssocID="{EA18FBDA-9DB4-4B0C-9DE1-9B09D5D7F1A0}" presName="hierRoot2" presStyleCnt="0">
        <dgm:presLayoutVars>
          <dgm:hierBranch val="init"/>
        </dgm:presLayoutVars>
      </dgm:prSet>
      <dgm:spPr/>
    </dgm:pt>
    <dgm:pt modelId="{34658C52-A0EC-464B-8184-8D6A434CD988}" type="pres">
      <dgm:prSet presAssocID="{EA18FBDA-9DB4-4B0C-9DE1-9B09D5D7F1A0}" presName="rootComposite" presStyleCnt="0"/>
      <dgm:spPr/>
    </dgm:pt>
    <dgm:pt modelId="{FFF95B52-66A4-4819-9C63-7AA02E455A1D}" type="pres">
      <dgm:prSet presAssocID="{EA18FBDA-9DB4-4B0C-9DE1-9B09D5D7F1A0}" presName="rootText" presStyleLbl="node2" presStyleIdx="1" presStyleCnt="5">
        <dgm:presLayoutVars>
          <dgm:chPref val="3"/>
        </dgm:presLayoutVars>
      </dgm:prSet>
      <dgm:spPr/>
    </dgm:pt>
    <dgm:pt modelId="{B78B9501-2A73-47DD-B86C-7EC71980DAA0}" type="pres">
      <dgm:prSet presAssocID="{EA18FBDA-9DB4-4B0C-9DE1-9B09D5D7F1A0}" presName="rootConnector" presStyleLbl="node2" presStyleIdx="1" presStyleCnt="5"/>
      <dgm:spPr/>
    </dgm:pt>
    <dgm:pt modelId="{DA7BAC86-4069-46F9-8DDB-B9D39BE53AB7}" type="pres">
      <dgm:prSet presAssocID="{EA18FBDA-9DB4-4B0C-9DE1-9B09D5D7F1A0}" presName="hierChild4" presStyleCnt="0"/>
      <dgm:spPr/>
    </dgm:pt>
    <dgm:pt modelId="{9F4E4C42-F351-4478-A4FC-B5CBC6C7A17F}" type="pres">
      <dgm:prSet presAssocID="{EA18FBDA-9DB4-4B0C-9DE1-9B09D5D7F1A0}" presName="hierChild5" presStyleCnt="0"/>
      <dgm:spPr/>
    </dgm:pt>
    <dgm:pt modelId="{CEF82A0C-A3D5-4AC2-A20F-C896015CE805}" type="pres">
      <dgm:prSet presAssocID="{0264D28C-970E-4CAB-B4B2-744B70198760}" presName="Name64" presStyleLbl="parChTrans1D2" presStyleIdx="2" presStyleCnt="5"/>
      <dgm:spPr/>
    </dgm:pt>
    <dgm:pt modelId="{B5DC1B6F-E698-4FEB-9595-3D080848B33E}" type="pres">
      <dgm:prSet presAssocID="{CC08586A-3E96-49F3-83E7-9BCBC636CB2B}" presName="hierRoot2" presStyleCnt="0">
        <dgm:presLayoutVars>
          <dgm:hierBranch val="init"/>
        </dgm:presLayoutVars>
      </dgm:prSet>
      <dgm:spPr/>
    </dgm:pt>
    <dgm:pt modelId="{1AC4C891-64F1-41E9-BD0C-D5E6CD5D57DB}" type="pres">
      <dgm:prSet presAssocID="{CC08586A-3E96-49F3-83E7-9BCBC636CB2B}" presName="rootComposite" presStyleCnt="0"/>
      <dgm:spPr/>
    </dgm:pt>
    <dgm:pt modelId="{00A25885-C23B-4A35-9DFE-0C32B41B9256}" type="pres">
      <dgm:prSet presAssocID="{CC08586A-3E96-49F3-83E7-9BCBC636CB2B}" presName="rootText" presStyleLbl="node2" presStyleIdx="2" presStyleCnt="5">
        <dgm:presLayoutVars>
          <dgm:chPref val="3"/>
        </dgm:presLayoutVars>
      </dgm:prSet>
      <dgm:spPr/>
    </dgm:pt>
    <dgm:pt modelId="{E7229E97-C434-46A2-9600-62098E3C7D78}" type="pres">
      <dgm:prSet presAssocID="{CC08586A-3E96-49F3-83E7-9BCBC636CB2B}" presName="rootConnector" presStyleLbl="node2" presStyleIdx="2" presStyleCnt="5"/>
      <dgm:spPr/>
    </dgm:pt>
    <dgm:pt modelId="{55720CD7-A17A-4F0A-BBB3-EE70F3FFD7C0}" type="pres">
      <dgm:prSet presAssocID="{CC08586A-3E96-49F3-83E7-9BCBC636CB2B}" presName="hierChild4" presStyleCnt="0"/>
      <dgm:spPr/>
    </dgm:pt>
    <dgm:pt modelId="{C1AD27CE-EB1B-4BB2-8BA1-7C78EE5E689B}" type="pres">
      <dgm:prSet presAssocID="{CC08586A-3E96-49F3-83E7-9BCBC636CB2B}" presName="hierChild5" presStyleCnt="0"/>
      <dgm:spPr/>
    </dgm:pt>
    <dgm:pt modelId="{3095A0A5-350C-428B-830D-EADCE23BDBE5}" type="pres">
      <dgm:prSet presAssocID="{8478EFC0-7B23-47DC-A0BC-EE99F79BB67C}" presName="Name64" presStyleLbl="parChTrans1D2" presStyleIdx="3" presStyleCnt="5"/>
      <dgm:spPr/>
    </dgm:pt>
    <dgm:pt modelId="{337D9D3E-47E3-4B22-85F3-8B1D22AB3EA0}" type="pres">
      <dgm:prSet presAssocID="{3A0A2DD2-CBC0-4DEC-A01B-AA794C679279}" presName="hierRoot2" presStyleCnt="0">
        <dgm:presLayoutVars>
          <dgm:hierBranch val="init"/>
        </dgm:presLayoutVars>
      </dgm:prSet>
      <dgm:spPr/>
    </dgm:pt>
    <dgm:pt modelId="{5B72C351-B35D-4C9A-A1DD-489A63693C86}" type="pres">
      <dgm:prSet presAssocID="{3A0A2DD2-CBC0-4DEC-A01B-AA794C679279}" presName="rootComposite" presStyleCnt="0"/>
      <dgm:spPr/>
    </dgm:pt>
    <dgm:pt modelId="{1B565127-91D7-4B39-9308-55E88FB93FDC}" type="pres">
      <dgm:prSet presAssocID="{3A0A2DD2-CBC0-4DEC-A01B-AA794C679279}" presName="rootText" presStyleLbl="node2" presStyleIdx="3" presStyleCnt="5">
        <dgm:presLayoutVars>
          <dgm:chPref val="3"/>
        </dgm:presLayoutVars>
      </dgm:prSet>
      <dgm:spPr/>
    </dgm:pt>
    <dgm:pt modelId="{9B9D59A2-4F48-48F7-BD24-9946C80283D8}" type="pres">
      <dgm:prSet presAssocID="{3A0A2DD2-CBC0-4DEC-A01B-AA794C679279}" presName="rootConnector" presStyleLbl="node2" presStyleIdx="3" presStyleCnt="5"/>
      <dgm:spPr/>
    </dgm:pt>
    <dgm:pt modelId="{650A56FB-8599-4EDB-809E-6A1E1C678A85}" type="pres">
      <dgm:prSet presAssocID="{3A0A2DD2-CBC0-4DEC-A01B-AA794C679279}" presName="hierChild4" presStyleCnt="0"/>
      <dgm:spPr/>
    </dgm:pt>
    <dgm:pt modelId="{E17AB38C-BFD5-417A-91B6-A9C8030372EA}" type="pres">
      <dgm:prSet presAssocID="{3A0A2DD2-CBC0-4DEC-A01B-AA794C679279}" presName="hierChild5" presStyleCnt="0"/>
      <dgm:spPr/>
    </dgm:pt>
    <dgm:pt modelId="{87B2493B-C1F8-46B3-B3A2-36001F2D91B9}" type="pres">
      <dgm:prSet presAssocID="{89B528F3-368B-4B1C-8D7D-CD764C79C93D}" presName="Name64" presStyleLbl="parChTrans1D2" presStyleIdx="4" presStyleCnt="5"/>
      <dgm:spPr/>
    </dgm:pt>
    <dgm:pt modelId="{238019F0-51CA-4D05-8D4A-27D489BE7D66}" type="pres">
      <dgm:prSet presAssocID="{438FDA45-8538-4CF3-BCB2-568525D90739}" presName="hierRoot2" presStyleCnt="0">
        <dgm:presLayoutVars>
          <dgm:hierBranch val="init"/>
        </dgm:presLayoutVars>
      </dgm:prSet>
      <dgm:spPr/>
    </dgm:pt>
    <dgm:pt modelId="{E83FB2C8-4CF9-4274-B671-037288051742}" type="pres">
      <dgm:prSet presAssocID="{438FDA45-8538-4CF3-BCB2-568525D90739}" presName="rootComposite" presStyleCnt="0"/>
      <dgm:spPr/>
    </dgm:pt>
    <dgm:pt modelId="{A13AEC18-B27E-4945-BFA5-168B4C1287A5}" type="pres">
      <dgm:prSet presAssocID="{438FDA45-8538-4CF3-BCB2-568525D90739}" presName="rootText" presStyleLbl="node2" presStyleIdx="4" presStyleCnt="5">
        <dgm:presLayoutVars>
          <dgm:chPref val="3"/>
        </dgm:presLayoutVars>
      </dgm:prSet>
      <dgm:spPr/>
    </dgm:pt>
    <dgm:pt modelId="{3CBD3AA1-537E-4424-826C-6BCA2B1D741D}" type="pres">
      <dgm:prSet presAssocID="{438FDA45-8538-4CF3-BCB2-568525D90739}" presName="rootConnector" presStyleLbl="node2" presStyleIdx="4" presStyleCnt="5"/>
      <dgm:spPr/>
    </dgm:pt>
    <dgm:pt modelId="{DECBCD35-EEDC-44D8-9397-162996A82662}" type="pres">
      <dgm:prSet presAssocID="{438FDA45-8538-4CF3-BCB2-568525D90739}" presName="hierChild4" presStyleCnt="0"/>
      <dgm:spPr/>
    </dgm:pt>
    <dgm:pt modelId="{37CEF7BA-18A5-4367-A3E3-D95012033424}" type="pres">
      <dgm:prSet presAssocID="{438FDA45-8538-4CF3-BCB2-568525D90739}" presName="hierChild5" presStyleCnt="0"/>
      <dgm:spPr/>
    </dgm:pt>
    <dgm:pt modelId="{EF8E6F71-2386-43D9-B35D-431754C26D78}" type="pres">
      <dgm:prSet presAssocID="{194D9223-20E8-44DF-9B24-05771451761E}" presName="hierChild3" presStyleCnt="0"/>
      <dgm:spPr/>
    </dgm:pt>
  </dgm:ptLst>
  <dgm:cxnLst>
    <dgm:cxn modelId="{66571D08-3670-4AD6-8D1F-EDCC98E08D9A}" type="presOf" srcId="{3FFC3878-1BBF-4812-A02D-47B6B89500B0}" destId="{46EA9217-0862-4D65-B0F9-7CB08DCDED69}" srcOrd="0" destOrd="0" presId="urn:microsoft.com/office/officeart/2009/3/layout/HorizontalOrganizationChart"/>
    <dgm:cxn modelId="{6628AA0B-08AF-4250-900A-DE93323F1DD9}" srcId="{194D9223-20E8-44DF-9B24-05771451761E}" destId="{3A0A2DD2-CBC0-4DEC-A01B-AA794C679279}" srcOrd="3" destOrd="0" parTransId="{8478EFC0-7B23-47DC-A0BC-EE99F79BB67C}" sibTransId="{967FBFBA-FF47-43F2-9E2F-6858068E0DF8}"/>
    <dgm:cxn modelId="{97A3E311-33CB-4EEE-A6D0-2DB04020B034}" type="presOf" srcId="{89B528F3-368B-4B1C-8D7D-CD764C79C93D}" destId="{87B2493B-C1F8-46B3-B3A2-36001F2D91B9}" srcOrd="0" destOrd="0" presId="urn:microsoft.com/office/officeart/2009/3/layout/HorizontalOrganizationChart"/>
    <dgm:cxn modelId="{99B9021E-7A7F-411E-97EF-2BF2089FBA85}" type="presOf" srcId="{3A0A2DD2-CBC0-4DEC-A01B-AA794C679279}" destId="{1B565127-91D7-4B39-9308-55E88FB93FDC}" srcOrd="0" destOrd="0" presId="urn:microsoft.com/office/officeart/2009/3/layout/HorizontalOrganizationChart"/>
    <dgm:cxn modelId="{2382E32C-1F1E-47DD-A7FD-3F896133361D}" type="presOf" srcId="{CC08586A-3E96-49F3-83E7-9BCBC636CB2B}" destId="{E7229E97-C434-46A2-9600-62098E3C7D78}" srcOrd="1" destOrd="0" presId="urn:microsoft.com/office/officeart/2009/3/layout/HorizontalOrganizationChart"/>
    <dgm:cxn modelId="{6C9DBB2F-B9AB-47AA-87BB-5753E0526BCE}" type="presOf" srcId="{8478EFC0-7B23-47DC-A0BC-EE99F79BB67C}" destId="{3095A0A5-350C-428B-830D-EADCE23BDBE5}" srcOrd="0" destOrd="0" presId="urn:microsoft.com/office/officeart/2009/3/layout/HorizontalOrganizationChart"/>
    <dgm:cxn modelId="{D0397837-89B9-4A79-B8F6-22375709F50F}" srcId="{194D9223-20E8-44DF-9B24-05771451761E}" destId="{EA18FBDA-9DB4-4B0C-9DE1-9B09D5D7F1A0}" srcOrd="1" destOrd="0" parTransId="{FBD5141A-4DC6-4D83-BEC6-F43E13CBCB82}" sibTransId="{6AB2EC02-FD2A-4F2F-ABC2-E4947DCAF7BE}"/>
    <dgm:cxn modelId="{18C3B63F-49E3-4EFB-9E25-AD699D012794}" type="presOf" srcId="{EA18FBDA-9DB4-4B0C-9DE1-9B09D5D7F1A0}" destId="{FFF95B52-66A4-4819-9C63-7AA02E455A1D}" srcOrd="0" destOrd="0" presId="urn:microsoft.com/office/officeart/2009/3/layout/HorizontalOrganizationChart"/>
    <dgm:cxn modelId="{C42D2041-5526-4DD6-BCF3-E38FD2A16F18}" type="presOf" srcId="{194D9223-20E8-44DF-9B24-05771451761E}" destId="{52677363-24D0-4E7C-97D2-4C0FF62B3B9A}" srcOrd="1" destOrd="0" presId="urn:microsoft.com/office/officeart/2009/3/layout/HorizontalOrganizationChart"/>
    <dgm:cxn modelId="{5C202262-85A3-4118-BA57-2E4FD348476E}" type="presOf" srcId="{CC08586A-3E96-49F3-83E7-9BCBC636CB2B}" destId="{00A25885-C23B-4A35-9DFE-0C32B41B9256}" srcOrd="0" destOrd="0" presId="urn:microsoft.com/office/officeart/2009/3/layout/HorizontalOrganizationChart"/>
    <dgm:cxn modelId="{AE489F67-9CFF-4A10-9EE3-4C3852E399AA}" type="presOf" srcId="{F861AFCC-3624-468F-B59B-B3F9089D0FEC}" destId="{8AA4A1E8-DAEE-4CA1-A132-52FB09987931}" srcOrd="0" destOrd="0" presId="urn:microsoft.com/office/officeart/2009/3/layout/HorizontalOrganizationChart"/>
    <dgm:cxn modelId="{71002782-05B3-49E6-9A79-ED65F89AF919}" srcId="{194D9223-20E8-44DF-9B24-05771451761E}" destId="{CC08586A-3E96-49F3-83E7-9BCBC636CB2B}" srcOrd="2" destOrd="0" parTransId="{0264D28C-970E-4CAB-B4B2-744B70198760}" sibTransId="{FC4DFA14-A914-4AF5-8E98-5BCDF9D9380F}"/>
    <dgm:cxn modelId="{689C3F8F-5AD7-4580-8777-3872176F18C4}" type="presOf" srcId="{EE4895D5-BEF7-4D8A-9524-DFA24F898644}" destId="{89127B60-EA2E-4C68-BF96-4176EBF435B8}" srcOrd="0" destOrd="0" presId="urn:microsoft.com/office/officeart/2009/3/layout/HorizontalOrganizationChart"/>
    <dgm:cxn modelId="{6DB85A92-ADF9-4FA0-A119-586762E24D95}" srcId="{194D9223-20E8-44DF-9B24-05771451761E}" destId="{EE4895D5-BEF7-4D8A-9524-DFA24F898644}" srcOrd="0" destOrd="0" parTransId="{F861AFCC-3624-468F-B59B-B3F9089D0FEC}" sibTransId="{EC3115FB-956B-4A05-AD60-CD29ECFDE6E5}"/>
    <dgm:cxn modelId="{1A8A489C-501C-4FD8-9568-1D6F389BD3FE}" type="presOf" srcId="{194D9223-20E8-44DF-9B24-05771451761E}" destId="{BC98EEE6-9827-41FA-9C66-C465130F5309}" srcOrd="0" destOrd="0" presId="urn:microsoft.com/office/officeart/2009/3/layout/HorizontalOrganizationChart"/>
    <dgm:cxn modelId="{CD9074BA-CA78-4BFB-B533-E918E254437D}" type="presOf" srcId="{EE4895D5-BEF7-4D8A-9524-DFA24F898644}" destId="{BE677590-D0B6-4F3A-BED5-BC7A453903BE}" srcOrd="1" destOrd="0" presId="urn:microsoft.com/office/officeart/2009/3/layout/HorizontalOrganizationChart"/>
    <dgm:cxn modelId="{CA771AD8-AED9-4056-BCC6-B303DCAA055F}" type="presOf" srcId="{FBD5141A-4DC6-4D83-BEC6-F43E13CBCB82}" destId="{F9EEEDFC-7507-4F95-9574-A44168CCF7DF}" srcOrd="0" destOrd="0" presId="urn:microsoft.com/office/officeart/2009/3/layout/HorizontalOrganizationChart"/>
    <dgm:cxn modelId="{6E5F5FDB-BC2D-4947-B64B-083C7248CF42}" type="presOf" srcId="{438FDA45-8538-4CF3-BCB2-568525D90739}" destId="{A13AEC18-B27E-4945-BFA5-168B4C1287A5}" srcOrd="0" destOrd="0" presId="urn:microsoft.com/office/officeart/2009/3/layout/HorizontalOrganizationChart"/>
    <dgm:cxn modelId="{BE01A6DE-D258-4EAD-861C-9AD6FC5B7591}" srcId="{194D9223-20E8-44DF-9B24-05771451761E}" destId="{438FDA45-8538-4CF3-BCB2-568525D90739}" srcOrd="4" destOrd="0" parTransId="{89B528F3-368B-4B1C-8D7D-CD764C79C93D}" sibTransId="{25B5D78D-40E2-4C1B-BD0C-C69D6C90B102}"/>
    <dgm:cxn modelId="{32746FE0-8922-4CEF-8E7F-C1A9F41F2447}" type="presOf" srcId="{438FDA45-8538-4CF3-BCB2-568525D90739}" destId="{3CBD3AA1-537E-4424-826C-6BCA2B1D741D}" srcOrd="1" destOrd="0" presId="urn:microsoft.com/office/officeart/2009/3/layout/HorizontalOrganizationChart"/>
    <dgm:cxn modelId="{AA34C5E2-520E-4A28-9917-582E17522D67}" type="presOf" srcId="{0264D28C-970E-4CAB-B4B2-744B70198760}" destId="{CEF82A0C-A3D5-4AC2-A20F-C896015CE805}" srcOrd="0" destOrd="0" presId="urn:microsoft.com/office/officeart/2009/3/layout/HorizontalOrganizationChart"/>
    <dgm:cxn modelId="{E79789EF-5ED4-4A42-9F95-D0F12060AD6B}" type="presOf" srcId="{EA18FBDA-9DB4-4B0C-9DE1-9B09D5D7F1A0}" destId="{B78B9501-2A73-47DD-B86C-7EC71980DAA0}" srcOrd="1" destOrd="0" presId="urn:microsoft.com/office/officeart/2009/3/layout/HorizontalOrganizationChart"/>
    <dgm:cxn modelId="{8F1FB2F5-BAF9-467E-96A7-5FFF6FC3DC79}" srcId="{3FFC3878-1BBF-4812-A02D-47B6B89500B0}" destId="{194D9223-20E8-44DF-9B24-05771451761E}" srcOrd="0" destOrd="0" parTransId="{6BEE51A9-D857-4ACB-90F6-9F6987B67CB1}" sibTransId="{7EFF35BB-D55A-4C39-B128-4C5047ABBCDD}"/>
    <dgm:cxn modelId="{69911BFE-870A-47E3-984A-FECB1FCA7F48}" type="presOf" srcId="{3A0A2DD2-CBC0-4DEC-A01B-AA794C679279}" destId="{9B9D59A2-4F48-48F7-BD24-9946C80283D8}" srcOrd="1" destOrd="0" presId="urn:microsoft.com/office/officeart/2009/3/layout/HorizontalOrganizationChart"/>
    <dgm:cxn modelId="{8B83690D-DD5B-4E66-A44B-7F91F5859CFC}" type="presParOf" srcId="{46EA9217-0862-4D65-B0F9-7CB08DCDED69}" destId="{EAF07E56-B8C1-4EC7-8801-8E792A4381B0}" srcOrd="0" destOrd="0" presId="urn:microsoft.com/office/officeart/2009/3/layout/HorizontalOrganizationChart"/>
    <dgm:cxn modelId="{AE6C3A53-9667-4CE9-BF93-4935AE0FBBE7}" type="presParOf" srcId="{EAF07E56-B8C1-4EC7-8801-8E792A4381B0}" destId="{ED00DA8D-6E5A-44A8-9CD5-AFC905B9B88D}" srcOrd="0" destOrd="0" presId="urn:microsoft.com/office/officeart/2009/3/layout/HorizontalOrganizationChart"/>
    <dgm:cxn modelId="{27628773-E7E5-4044-8A5F-58AC18A6701B}" type="presParOf" srcId="{ED00DA8D-6E5A-44A8-9CD5-AFC905B9B88D}" destId="{BC98EEE6-9827-41FA-9C66-C465130F5309}" srcOrd="0" destOrd="0" presId="urn:microsoft.com/office/officeart/2009/3/layout/HorizontalOrganizationChart"/>
    <dgm:cxn modelId="{8AE41832-2730-4E0D-82C3-9393008B961A}" type="presParOf" srcId="{ED00DA8D-6E5A-44A8-9CD5-AFC905B9B88D}" destId="{52677363-24D0-4E7C-97D2-4C0FF62B3B9A}" srcOrd="1" destOrd="0" presId="urn:microsoft.com/office/officeart/2009/3/layout/HorizontalOrganizationChart"/>
    <dgm:cxn modelId="{A467A59A-C114-439B-A815-A285B6D7532C}" type="presParOf" srcId="{EAF07E56-B8C1-4EC7-8801-8E792A4381B0}" destId="{4AB6F61F-CD37-43CD-8E16-9C930FFEBB11}" srcOrd="1" destOrd="0" presId="urn:microsoft.com/office/officeart/2009/3/layout/HorizontalOrganizationChart"/>
    <dgm:cxn modelId="{3712FCB8-37B8-4976-9ED7-597E6CE5F963}" type="presParOf" srcId="{4AB6F61F-CD37-43CD-8E16-9C930FFEBB11}" destId="{8AA4A1E8-DAEE-4CA1-A132-52FB09987931}" srcOrd="0" destOrd="0" presId="urn:microsoft.com/office/officeart/2009/3/layout/HorizontalOrganizationChart"/>
    <dgm:cxn modelId="{E611EF57-4704-4A2D-8663-2A23104B6D27}" type="presParOf" srcId="{4AB6F61F-CD37-43CD-8E16-9C930FFEBB11}" destId="{B5134404-22AD-4016-8B76-192EADEBBA07}" srcOrd="1" destOrd="0" presId="urn:microsoft.com/office/officeart/2009/3/layout/HorizontalOrganizationChart"/>
    <dgm:cxn modelId="{8C083C11-0A3F-49D5-AFC1-66641B155569}" type="presParOf" srcId="{B5134404-22AD-4016-8B76-192EADEBBA07}" destId="{222E3930-596A-468D-8332-409EBAF68734}" srcOrd="0" destOrd="0" presId="urn:microsoft.com/office/officeart/2009/3/layout/HorizontalOrganizationChart"/>
    <dgm:cxn modelId="{7875101A-A841-4412-80A9-F9A44C6D2E84}" type="presParOf" srcId="{222E3930-596A-468D-8332-409EBAF68734}" destId="{89127B60-EA2E-4C68-BF96-4176EBF435B8}" srcOrd="0" destOrd="0" presId="urn:microsoft.com/office/officeart/2009/3/layout/HorizontalOrganizationChart"/>
    <dgm:cxn modelId="{DA0887AA-74A6-4137-84E0-FBC8B75F30A3}" type="presParOf" srcId="{222E3930-596A-468D-8332-409EBAF68734}" destId="{BE677590-D0B6-4F3A-BED5-BC7A453903BE}" srcOrd="1" destOrd="0" presId="urn:microsoft.com/office/officeart/2009/3/layout/HorizontalOrganizationChart"/>
    <dgm:cxn modelId="{87DA2F0E-EAC2-4C64-BFC8-D26A9955DDE9}" type="presParOf" srcId="{B5134404-22AD-4016-8B76-192EADEBBA07}" destId="{EBDB28F7-2EEB-4E89-A6DF-CCA9B11D7418}" srcOrd="1" destOrd="0" presId="urn:microsoft.com/office/officeart/2009/3/layout/HorizontalOrganizationChart"/>
    <dgm:cxn modelId="{42437E9F-0880-41BF-B411-713E63C6BB2A}" type="presParOf" srcId="{B5134404-22AD-4016-8B76-192EADEBBA07}" destId="{BF319430-741B-4AE3-9A41-C324AC4DB97D}" srcOrd="2" destOrd="0" presId="urn:microsoft.com/office/officeart/2009/3/layout/HorizontalOrganizationChart"/>
    <dgm:cxn modelId="{0E5F542C-12FF-425F-8C5D-54272C31D1D1}" type="presParOf" srcId="{4AB6F61F-CD37-43CD-8E16-9C930FFEBB11}" destId="{F9EEEDFC-7507-4F95-9574-A44168CCF7DF}" srcOrd="2" destOrd="0" presId="urn:microsoft.com/office/officeart/2009/3/layout/HorizontalOrganizationChart"/>
    <dgm:cxn modelId="{39D5601B-8A1D-40B6-B7D3-F5560DD83C3E}" type="presParOf" srcId="{4AB6F61F-CD37-43CD-8E16-9C930FFEBB11}" destId="{CAAE8F07-C336-4FFB-B15C-C42F1E393C34}" srcOrd="3" destOrd="0" presId="urn:microsoft.com/office/officeart/2009/3/layout/HorizontalOrganizationChart"/>
    <dgm:cxn modelId="{D01D2131-45F1-4BB1-8033-1CD57B740D2B}" type="presParOf" srcId="{CAAE8F07-C336-4FFB-B15C-C42F1E393C34}" destId="{34658C52-A0EC-464B-8184-8D6A434CD988}" srcOrd="0" destOrd="0" presId="urn:microsoft.com/office/officeart/2009/3/layout/HorizontalOrganizationChart"/>
    <dgm:cxn modelId="{737EE9F9-9718-44EA-889D-616A737E8577}" type="presParOf" srcId="{34658C52-A0EC-464B-8184-8D6A434CD988}" destId="{FFF95B52-66A4-4819-9C63-7AA02E455A1D}" srcOrd="0" destOrd="0" presId="urn:microsoft.com/office/officeart/2009/3/layout/HorizontalOrganizationChart"/>
    <dgm:cxn modelId="{4E6C797E-F50A-44FB-893B-75057645227E}" type="presParOf" srcId="{34658C52-A0EC-464B-8184-8D6A434CD988}" destId="{B78B9501-2A73-47DD-B86C-7EC71980DAA0}" srcOrd="1" destOrd="0" presId="urn:microsoft.com/office/officeart/2009/3/layout/HorizontalOrganizationChart"/>
    <dgm:cxn modelId="{CD1D9B93-C146-4C42-ACFF-13A842F4CDDE}" type="presParOf" srcId="{CAAE8F07-C336-4FFB-B15C-C42F1E393C34}" destId="{DA7BAC86-4069-46F9-8DDB-B9D39BE53AB7}" srcOrd="1" destOrd="0" presId="urn:microsoft.com/office/officeart/2009/3/layout/HorizontalOrganizationChart"/>
    <dgm:cxn modelId="{6F6D7DBB-9904-472B-877F-9E2D175F4C23}" type="presParOf" srcId="{CAAE8F07-C336-4FFB-B15C-C42F1E393C34}" destId="{9F4E4C42-F351-4478-A4FC-B5CBC6C7A17F}" srcOrd="2" destOrd="0" presId="urn:microsoft.com/office/officeart/2009/3/layout/HorizontalOrganizationChart"/>
    <dgm:cxn modelId="{F3BDA5A8-49FF-4510-BA0B-5B3EC4369981}" type="presParOf" srcId="{4AB6F61F-CD37-43CD-8E16-9C930FFEBB11}" destId="{CEF82A0C-A3D5-4AC2-A20F-C896015CE805}" srcOrd="4" destOrd="0" presId="urn:microsoft.com/office/officeart/2009/3/layout/HorizontalOrganizationChart"/>
    <dgm:cxn modelId="{278A1069-54A4-41CC-9D09-055A6822E51C}" type="presParOf" srcId="{4AB6F61F-CD37-43CD-8E16-9C930FFEBB11}" destId="{B5DC1B6F-E698-4FEB-9595-3D080848B33E}" srcOrd="5" destOrd="0" presId="urn:microsoft.com/office/officeart/2009/3/layout/HorizontalOrganizationChart"/>
    <dgm:cxn modelId="{070B56A6-0317-442C-B46D-D39311564B5A}" type="presParOf" srcId="{B5DC1B6F-E698-4FEB-9595-3D080848B33E}" destId="{1AC4C891-64F1-41E9-BD0C-D5E6CD5D57DB}" srcOrd="0" destOrd="0" presId="urn:microsoft.com/office/officeart/2009/3/layout/HorizontalOrganizationChart"/>
    <dgm:cxn modelId="{6EBB093A-185D-4376-B0C8-9FA168924E3E}" type="presParOf" srcId="{1AC4C891-64F1-41E9-BD0C-D5E6CD5D57DB}" destId="{00A25885-C23B-4A35-9DFE-0C32B41B9256}" srcOrd="0" destOrd="0" presId="urn:microsoft.com/office/officeart/2009/3/layout/HorizontalOrganizationChart"/>
    <dgm:cxn modelId="{DABBFDE8-AE1D-4E5F-9906-175221E1EF73}" type="presParOf" srcId="{1AC4C891-64F1-41E9-BD0C-D5E6CD5D57DB}" destId="{E7229E97-C434-46A2-9600-62098E3C7D78}" srcOrd="1" destOrd="0" presId="urn:microsoft.com/office/officeart/2009/3/layout/HorizontalOrganizationChart"/>
    <dgm:cxn modelId="{DE1A7693-728A-4CFF-891E-782E3ECCF86E}" type="presParOf" srcId="{B5DC1B6F-E698-4FEB-9595-3D080848B33E}" destId="{55720CD7-A17A-4F0A-BBB3-EE70F3FFD7C0}" srcOrd="1" destOrd="0" presId="urn:microsoft.com/office/officeart/2009/3/layout/HorizontalOrganizationChart"/>
    <dgm:cxn modelId="{D1EA4361-E62B-466D-B165-5D247E1405DE}" type="presParOf" srcId="{B5DC1B6F-E698-4FEB-9595-3D080848B33E}" destId="{C1AD27CE-EB1B-4BB2-8BA1-7C78EE5E689B}" srcOrd="2" destOrd="0" presId="urn:microsoft.com/office/officeart/2009/3/layout/HorizontalOrganizationChart"/>
    <dgm:cxn modelId="{4D62DEEE-676E-4802-9C2F-FA19DFB2BC71}" type="presParOf" srcId="{4AB6F61F-CD37-43CD-8E16-9C930FFEBB11}" destId="{3095A0A5-350C-428B-830D-EADCE23BDBE5}" srcOrd="6" destOrd="0" presId="urn:microsoft.com/office/officeart/2009/3/layout/HorizontalOrganizationChart"/>
    <dgm:cxn modelId="{D2BB5F1D-03A0-4C27-B2EC-05277C4CBDB4}" type="presParOf" srcId="{4AB6F61F-CD37-43CD-8E16-9C930FFEBB11}" destId="{337D9D3E-47E3-4B22-85F3-8B1D22AB3EA0}" srcOrd="7" destOrd="0" presId="urn:microsoft.com/office/officeart/2009/3/layout/HorizontalOrganizationChart"/>
    <dgm:cxn modelId="{5B816C37-293E-40D8-93B8-231319ABF5A9}" type="presParOf" srcId="{337D9D3E-47E3-4B22-85F3-8B1D22AB3EA0}" destId="{5B72C351-B35D-4C9A-A1DD-489A63693C86}" srcOrd="0" destOrd="0" presId="urn:microsoft.com/office/officeart/2009/3/layout/HorizontalOrganizationChart"/>
    <dgm:cxn modelId="{75CE7BE2-F4B8-4F59-850F-666D62FED080}" type="presParOf" srcId="{5B72C351-B35D-4C9A-A1DD-489A63693C86}" destId="{1B565127-91D7-4B39-9308-55E88FB93FDC}" srcOrd="0" destOrd="0" presId="urn:microsoft.com/office/officeart/2009/3/layout/HorizontalOrganizationChart"/>
    <dgm:cxn modelId="{DE6FF6D9-7806-407D-AEBD-72DA1FF8146D}" type="presParOf" srcId="{5B72C351-B35D-4C9A-A1DD-489A63693C86}" destId="{9B9D59A2-4F48-48F7-BD24-9946C80283D8}" srcOrd="1" destOrd="0" presId="urn:microsoft.com/office/officeart/2009/3/layout/HorizontalOrganizationChart"/>
    <dgm:cxn modelId="{40B38532-F080-49B4-AC48-4DAA380F74AD}" type="presParOf" srcId="{337D9D3E-47E3-4B22-85F3-8B1D22AB3EA0}" destId="{650A56FB-8599-4EDB-809E-6A1E1C678A85}" srcOrd="1" destOrd="0" presId="urn:microsoft.com/office/officeart/2009/3/layout/HorizontalOrganizationChart"/>
    <dgm:cxn modelId="{B6304044-1572-4025-8B9E-8C4B15587544}" type="presParOf" srcId="{337D9D3E-47E3-4B22-85F3-8B1D22AB3EA0}" destId="{E17AB38C-BFD5-417A-91B6-A9C8030372EA}" srcOrd="2" destOrd="0" presId="urn:microsoft.com/office/officeart/2009/3/layout/HorizontalOrganizationChart"/>
    <dgm:cxn modelId="{52EAE8B6-8817-4B39-802B-E84F8E7BB4D6}" type="presParOf" srcId="{4AB6F61F-CD37-43CD-8E16-9C930FFEBB11}" destId="{87B2493B-C1F8-46B3-B3A2-36001F2D91B9}" srcOrd="8" destOrd="0" presId="urn:microsoft.com/office/officeart/2009/3/layout/HorizontalOrganizationChart"/>
    <dgm:cxn modelId="{2C9EC31A-D105-44EB-81DA-1AC1A83035CC}" type="presParOf" srcId="{4AB6F61F-CD37-43CD-8E16-9C930FFEBB11}" destId="{238019F0-51CA-4D05-8D4A-27D489BE7D66}" srcOrd="9" destOrd="0" presId="urn:microsoft.com/office/officeart/2009/3/layout/HorizontalOrganizationChart"/>
    <dgm:cxn modelId="{DEE30179-9D7A-43B5-A39B-A81E9E9D3C54}" type="presParOf" srcId="{238019F0-51CA-4D05-8D4A-27D489BE7D66}" destId="{E83FB2C8-4CF9-4274-B671-037288051742}" srcOrd="0" destOrd="0" presId="urn:microsoft.com/office/officeart/2009/3/layout/HorizontalOrganizationChart"/>
    <dgm:cxn modelId="{5B546F59-B1DD-423F-82D2-FC7DEC917D7A}" type="presParOf" srcId="{E83FB2C8-4CF9-4274-B671-037288051742}" destId="{A13AEC18-B27E-4945-BFA5-168B4C1287A5}" srcOrd="0" destOrd="0" presId="urn:microsoft.com/office/officeart/2009/3/layout/HorizontalOrganizationChart"/>
    <dgm:cxn modelId="{43308FAB-DF50-4E71-8881-0EA9D08173AF}" type="presParOf" srcId="{E83FB2C8-4CF9-4274-B671-037288051742}" destId="{3CBD3AA1-537E-4424-826C-6BCA2B1D741D}" srcOrd="1" destOrd="0" presId="urn:microsoft.com/office/officeart/2009/3/layout/HorizontalOrganizationChart"/>
    <dgm:cxn modelId="{EC2196F1-2464-4AF7-A246-056F5A329DB6}" type="presParOf" srcId="{238019F0-51CA-4D05-8D4A-27D489BE7D66}" destId="{DECBCD35-EEDC-44D8-9397-162996A82662}" srcOrd="1" destOrd="0" presId="urn:microsoft.com/office/officeart/2009/3/layout/HorizontalOrganizationChart"/>
    <dgm:cxn modelId="{DC6F2D2F-8D43-49A3-91B7-7EF7098EA53E}" type="presParOf" srcId="{238019F0-51CA-4D05-8D4A-27D489BE7D66}" destId="{37CEF7BA-18A5-4367-A3E3-D95012033424}" srcOrd="2" destOrd="0" presId="urn:microsoft.com/office/officeart/2009/3/layout/HorizontalOrganizationChart"/>
    <dgm:cxn modelId="{C7CAB8E8-B426-4271-9BA6-4D5A2C610613}" type="presParOf" srcId="{EAF07E56-B8C1-4EC7-8801-8E792A4381B0}" destId="{EF8E6F71-2386-43D9-B35D-431754C26D78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27C89A8-E187-421D-9A02-638FCBF548EA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3D067BFC-2B90-4255-8FBA-3C0CE21B6B6C}">
      <dgm:prSet phldrT="[Text]"/>
      <dgm:spPr/>
      <dgm:t>
        <a:bodyPr/>
        <a:lstStyle/>
        <a:p>
          <a:r>
            <a:rPr lang="en-US" dirty="0"/>
            <a:t>Purposeful &amp; Authentic experience </a:t>
          </a:r>
          <a:endParaRPr lang="en-GB" dirty="0"/>
        </a:p>
      </dgm:t>
    </dgm:pt>
    <dgm:pt modelId="{061BDD98-89FB-46C8-9D57-F72703751318}" type="parTrans" cxnId="{FCCFA1AC-BE1E-4F7A-825C-F2A8F5F39ED6}">
      <dgm:prSet/>
      <dgm:spPr/>
      <dgm:t>
        <a:bodyPr/>
        <a:lstStyle/>
        <a:p>
          <a:endParaRPr lang="en-GB"/>
        </a:p>
      </dgm:t>
    </dgm:pt>
    <dgm:pt modelId="{FBBDFEB4-7476-49A7-A797-599D3802EEAC}" type="sibTrans" cxnId="{FCCFA1AC-BE1E-4F7A-825C-F2A8F5F39ED6}">
      <dgm:prSet/>
      <dgm:spPr/>
      <dgm:t>
        <a:bodyPr/>
        <a:lstStyle/>
        <a:p>
          <a:endParaRPr lang="en-GB"/>
        </a:p>
      </dgm:t>
    </dgm:pt>
    <dgm:pt modelId="{042E32AB-3E76-4384-9A8A-4B12EF50697F}">
      <dgm:prSet phldrT="[Text]"/>
      <dgm:spPr/>
      <dgm:t>
        <a:bodyPr/>
        <a:lstStyle/>
        <a:p>
          <a:r>
            <a:rPr lang="en-US" dirty="0"/>
            <a:t>Generated by learners by engaging in relevant questions (</a:t>
          </a:r>
          <a:r>
            <a:rPr lang="en-GB" dirty="0">
              <a:solidFill>
                <a:srgbClr val="FF0000"/>
              </a:solidFill>
            </a:rPr>
            <a:t>feasible </a:t>
          </a:r>
          <a:r>
            <a:rPr lang="en-US" dirty="0">
              <a:solidFill>
                <a:srgbClr val="FF0000"/>
              </a:solidFill>
            </a:rPr>
            <a:t>to consider, worthwhile, contextualized, meaningful, and ethical</a:t>
          </a:r>
          <a:r>
            <a:rPr lang="en-US" dirty="0"/>
            <a:t>)</a:t>
          </a:r>
          <a:endParaRPr lang="en-GB" dirty="0">
            <a:solidFill>
              <a:srgbClr val="FF0000"/>
            </a:solidFill>
          </a:endParaRPr>
        </a:p>
      </dgm:t>
    </dgm:pt>
    <dgm:pt modelId="{44044B35-3818-4D30-97D7-CAB7ACE70172}" type="parTrans" cxnId="{0BA12327-281C-4748-9B47-55A9F791EC6B}">
      <dgm:prSet/>
      <dgm:spPr/>
      <dgm:t>
        <a:bodyPr/>
        <a:lstStyle/>
        <a:p>
          <a:endParaRPr lang="en-GB"/>
        </a:p>
      </dgm:t>
    </dgm:pt>
    <dgm:pt modelId="{07DA85E6-3BB0-4F91-8DF3-736332940BED}" type="sibTrans" cxnId="{0BA12327-281C-4748-9B47-55A9F791EC6B}">
      <dgm:prSet/>
      <dgm:spPr/>
      <dgm:t>
        <a:bodyPr/>
        <a:lstStyle/>
        <a:p>
          <a:endParaRPr lang="en-GB"/>
        </a:p>
      </dgm:t>
    </dgm:pt>
    <dgm:pt modelId="{3EBA5B18-E168-4CBD-BFE3-5D8D8D019BA9}">
      <dgm:prSet phldrT="[Text]"/>
      <dgm:spPr/>
      <dgm:t>
        <a:bodyPr/>
        <a:lstStyle/>
        <a:p>
          <a:r>
            <a:rPr lang="en-US" dirty="0"/>
            <a:t>Related to learners' lives, communities in which they reside, &amp; real-world happenings. </a:t>
          </a:r>
          <a:endParaRPr lang="en-GB" dirty="0"/>
        </a:p>
      </dgm:t>
    </dgm:pt>
    <dgm:pt modelId="{C73097DF-C2BE-4558-87AC-351CB43939FC}" type="parTrans" cxnId="{2776B2A2-870B-48DF-82E6-186367927833}">
      <dgm:prSet/>
      <dgm:spPr/>
      <dgm:t>
        <a:bodyPr/>
        <a:lstStyle/>
        <a:p>
          <a:endParaRPr lang="en-GB"/>
        </a:p>
      </dgm:t>
    </dgm:pt>
    <dgm:pt modelId="{3B94442A-CD5A-48A2-B0C4-EC819863AC38}" type="sibTrans" cxnId="{2776B2A2-870B-48DF-82E6-186367927833}">
      <dgm:prSet/>
      <dgm:spPr/>
      <dgm:t>
        <a:bodyPr/>
        <a:lstStyle/>
        <a:p>
          <a:endParaRPr lang="en-GB"/>
        </a:p>
      </dgm:t>
    </dgm:pt>
    <dgm:pt modelId="{9FC317C3-3D0F-4D32-9121-FDE28FCA0D78}">
      <dgm:prSet phldrT="[Text]"/>
      <dgm:spPr/>
      <dgm:t>
        <a:bodyPr/>
        <a:lstStyle/>
        <a:p>
          <a:r>
            <a:rPr lang="en-US" dirty="0"/>
            <a:t>Deep integration with subject content</a:t>
          </a:r>
          <a:endParaRPr lang="en-GB" dirty="0"/>
        </a:p>
      </dgm:t>
    </dgm:pt>
    <dgm:pt modelId="{02B6F0EF-738B-4EA2-A72D-AFF06186B337}" type="parTrans" cxnId="{2D94DC60-6E31-4D56-9423-A25BF8ECCDD4}">
      <dgm:prSet/>
      <dgm:spPr/>
      <dgm:t>
        <a:bodyPr/>
        <a:lstStyle/>
        <a:p>
          <a:endParaRPr lang="en-GB"/>
        </a:p>
      </dgm:t>
    </dgm:pt>
    <dgm:pt modelId="{C17FB001-0507-4BF5-AEF4-C8CF95343158}" type="sibTrans" cxnId="{2D94DC60-6E31-4D56-9423-A25BF8ECCDD4}">
      <dgm:prSet/>
      <dgm:spPr/>
      <dgm:t>
        <a:bodyPr/>
        <a:lstStyle/>
        <a:p>
          <a:endParaRPr lang="en-GB"/>
        </a:p>
      </dgm:t>
    </dgm:pt>
    <dgm:pt modelId="{EF5A2C3E-42B4-43F6-84DC-1DDCE71DDA3B}">
      <dgm:prSet phldrT="[Text]"/>
      <dgm:spPr/>
      <dgm:t>
        <a:bodyPr/>
        <a:lstStyle/>
        <a:p>
          <a:r>
            <a:rPr lang="en-US" dirty="0"/>
            <a:t>Projects should feature deep integration with course content and be rooted in core subject areas, helping to deepen and build student knowledge of important topics</a:t>
          </a:r>
          <a:endParaRPr lang="en-GB" dirty="0"/>
        </a:p>
      </dgm:t>
    </dgm:pt>
    <dgm:pt modelId="{8ECB2C97-C83F-4809-8175-2C816907F074}" type="parTrans" cxnId="{037343B6-CFB5-469A-B74A-D82E3996A6B9}">
      <dgm:prSet/>
      <dgm:spPr/>
      <dgm:t>
        <a:bodyPr/>
        <a:lstStyle/>
        <a:p>
          <a:endParaRPr lang="en-GB"/>
        </a:p>
      </dgm:t>
    </dgm:pt>
    <dgm:pt modelId="{A12F181C-B93E-43BD-AD53-57F817DB65D0}" type="sibTrans" cxnId="{037343B6-CFB5-469A-B74A-D82E3996A6B9}">
      <dgm:prSet/>
      <dgm:spPr/>
      <dgm:t>
        <a:bodyPr/>
        <a:lstStyle/>
        <a:p>
          <a:endParaRPr lang="en-GB"/>
        </a:p>
      </dgm:t>
    </dgm:pt>
    <dgm:pt modelId="{5209DFB7-EA94-4C70-BF1A-A13E49C852FF}">
      <dgm:prSet phldrT="[Text]"/>
      <dgm:spPr/>
      <dgm:t>
        <a:bodyPr/>
        <a:lstStyle/>
        <a:p>
          <a:r>
            <a:rPr lang="en-US" dirty="0"/>
            <a:t>Meaningful &amp; supportive relationships </a:t>
          </a:r>
          <a:endParaRPr lang="en-GB" dirty="0"/>
        </a:p>
      </dgm:t>
    </dgm:pt>
    <dgm:pt modelId="{11473555-D8B6-49F9-98AF-3BED98B8E4B3}" type="parTrans" cxnId="{249C3744-B510-4CF2-A251-A49AEAD90EF3}">
      <dgm:prSet/>
      <dgm:spPr/>
      <dgm:t>
        <a:bodyPr/>
        <a:lstStyle/>
        <a:p>
          <a:endParaRPr lang="en-GB"/>
        </a:p>
      </dgm:t>
    </dgm:pt>
    <dgm:pt modelId="{B3C67176-DF40-41C6-9B7E-53848949A3AB}" type="sibTrans" cxnId="{249C3744-B510-4CF2-A251-A49AEAD90EF3}">
      <dgm:prSet/>
      <dgm:spPr/>
      <dgm:t>
        <a:bodyPr/>
        <a:lstStyle/>
        <a:p>
          <a:endParaRPr lang="en-GB"/>
        </a:p>
      </dgm:t>
    </dgm:pt>
    <dgm:pt modelId="{CF691BC8-9EE8-4A60-BD36-1539D240E6D6}">
      <dgm:prSet phldrT="[Text]"/>
      <dgm:spPr/>
      <dgm:t>
        <a:bodyPr/>
        <a:lstStyle/>
        <a:p>
          <a:r>
            <a:rPr lang="en-US" dirty="0"/>
            <a:t>Quality PBL benefits from collaborative peer-to-peer interactions and trusting student-teacher relationships.</a:t>
          </a:r>
          <a:endParaRPr lang="en-GB" dirty="0"/>
        </a:p>
      </dgm:t>
    </dgm:pt>
    <dgm:pt modelId="{30307417-A728-49E3-85E3-3A907BF2F322}" type="parTrans" cxnId="{D7968D0B-F505-4F2C-9718-9056F3A41BDA}">
      <dgm:prSet/>
      <dgm:spPr/>
      <dgm:t>
        <a:bodyPr/>
        <a:lstStyle/>
        <a:p>
          <a:endParaRPr lang="en-GB"/>
        </a:p>
      </dgm:t>
    </dgm:pt>
    <dgm:pt modelId="{81620AE1-05BE-464F-885E-59B3683EBCF1}" type="sibTrans" cxnId="{D7968D0B-F505-4F2C-9718-9056F3A41BDA}">
      <dgm:prSet/>
      <dgm:spPr/>
      <dgm:t>
        <a:bodyPr/>
        <a:lstStyle/>
        <a:p>
          <a:endParaRPr lang="en-GB"/>
        </a:p>
      </dgm:t>
    </dgm:pt>
    <dgm:pt modelId="{AC5EA0D9-5125-440F-9ACA-54E5D002C7A5}">
      <dgm:prSet/>
      <dgm:spPr/>
      <dgm:t>
        <a:bodyPr/>
        <a:lstStyle/>
        <a:p>
          <a:r>
            <a:rPr lang="en-US" dirty="0"/>
            <a:t>Evidence-Based teaching &amp; assessment practices</a:t>
          </a:r>
          <a:endParaRPr lang="en-GB" dirty="0"/>
        </a:p>
      </dgm:t>
    </dgm:pt>
    <dgm:pt modelId="{E5CC70CB-B445-4626-A84C-CC38E7A20608}" type="parTrans" cxnId="{B938AFC8-66F1-4B92-9331-D678F89061FE}">
      <dgm:prSet/>
      <dgm:spPr/>
      <dgm:t>
        <a:bodyPr/>
        <a:lstStyle/>
        <a:p>
          <a:endParaRPr lang="en-GB"/>
        </a:p>
      </dgm:t>
    </dgm:pt>
    <dgm:pt modelId="{C1269F2B-082E-4F20-B6C6-FDF0659050A6}" type="sibTrans" cxnId="{B938AFC8-66F1-4B92-9331-D678F89061FE}">
      <dgm:prSet/>
      <dgm:spPr/>
      <dgm:t>
        <a:bodyPr/>
        <a:lstStyle/>
        <a:p>
          <a:endParaRPr lang="en-GB"/>
        </a:p>
      </dgm:t>
    </dgm:pt>
    <dgm:pt modelId="{BDFA2870-202C-40EE-AF58-8FFC00992111}" type="pres">
      <dgm:prSet presAssocID="{527C89A8-E187-421D-9A02-638FCBF548EA}" presName="Name0" presStyleCnt="0">
        <dgm:presLayoutVars>
          <dgm:dir/>
          <dgm:animLvl val="lvl"/>
          <dgm:resizeHandles val="exact"/>
        </dgm:presLayoutVars>
      </dgm:prSet>
      <dgm:spPr/>
    </dgm:pt>
    <dgm:pt modelId="{ACBAA740-3348-417A-9DFE-8C789F014789}" type="pres">
      <dgm:prSet presAssocID="{3D067BFC-2B90-4255-8FBA-3C0CE21B6B6C}" presName="linNode" presStyleCnt="0"/>
      <dgm:spPr/>
    </dgm:pt>
    <dgm:pt modelId="{4B4B0D00-4A07-46E0-ACA4-8C6496F6BCAD}" type="pres">
      <dgm:prSet presAssocID="{3D067BFC-2B90-4255-8FBA-3C0CE21B6B6C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E64F3383-7FBA-47A9-AA88-7F560F318DC0}" type="pres">
      <dgm:prSet presAssocID="{3D067BFC-2B90-4255-8FBA-3C0CE21B6B6C}" presName="descendantText" presStyleLbl="alignAccFollowNode1" presStyleIdx="0" presStyleCnt="3">
        <dgm:presLayoutVars>
          <dgm:bulletEnabled val="1"/>
        </dgm:presLayoutVars>
      </dgm:prSet>
      <dgm:spPr/>
    </dgm:pt>
    <dgm:pt modelId="{7EDA60EF-A39C-44F1-886E-111E3C77ED24}" type="pres">
      <dgm:prSet presAssocID="{FBBDFEB4-7476-49A7-A797-599D3802EEAC}" presName="sp" presStyleCnt="0"/>
      <dgm:spPr/>
    </dgm:pt>
    <dgm:pt modelId="{6D2DB300-83D0-417E-B0B9-0372730FAB46}" type="pres">
      <dgm:prSet presAssocID="{9FC317C3-3D0F-4D32-9121-FDE28FCA0D78}" presName="linNode" presStyleCnt="0"/>
      <dgm:spPr/>
    </dgm:pt>
    <dgm:pt modelId="{B42A69EE-21A3-4FCB-B9D5-7E387607D11B}" type="pres">
      <dgm:prSet presAssocID="{9FC317C3-3D0F-4D32-9121-FDE28FCA0D78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C1B22C1C-2339-4E3C-AD70-9B548B1E46F0}" type="pres">
      <dgm:prSet presAssocID="{9FC317C3-3D0F-4D32-9121-FDE28FCA0D78}" presName="descendantText" presStyleLbl="alignAccFollowNode1" presStyleIdx="1" presStyleCnt="3">
        <dgm:presLayoutVars>
          <dgm:bulletEnabled val="1"/>
        </dgm:presLayoutVars>
      </dgm:prSet>
      <dgm:spPr/>
    </dgm:pt>
    <dgm:pt modelId="{0049AD3D-93E7-4248-8856-492233E0FD9F}" type="pres">
      <dgm:prSet presAssocID="{C17FB001-0507-4BF5-AEF4-C8CF95343158}" presName="sp" presStyleCnt="0"/>
      <dgm:spPr/>
    </dgm:pt>
    <dgm:pt modelId="{6268219B-31B9-4554-BF3D-261ACB840022}" type="pres">
      <dgm:prSet presAssocID="{5209DFB7-EA94-4C70-BF1A-A13E49C852FF}" presName="linNode" presStyleCnt="0"/>
      <dgm:spPr/>
    </dgm:pt>
    <dgm:pt modelId="{9CD70637-C324-47B6-A9E7-C022F9401F2E}" type="pres">
      <dgm:prSet presAssocID="{5209DFB7-EA94-4C70-BF1A-A13E49C852FF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4E22DF62-5660-4496-8D48-21A8E5FC1259}" type="pres">
      <dgm:prSet presAssocID="{5209DFB7-EA94-4C70-BF1A-A13E49C852FF}" presName="descendantText" presStyleLbl="alignAccFollowNode1" presStyleIdx="2" presStyleCnt="3" custLinFactNeighborX="0" custLinFactNeighborY="0">
        <dgm:presLayoutVars>
          <dgm:bulletEnabled val="1"/>
        </dgm:presLayoutVars>
      </dgm:prSet>
      <dgm:spPr/>
    </dgm:pt>
    <dgm:pt modelId="{DAD4F50D-2E70-4CDD-A67A-F9B28308749E}" type="pres">
      <dgm:prSet presAssocID="{B3C67176-DF40-41C6-9B7E-53848949A3AB}" presName="sp" presStyleCnt="0"/>
      <dgm:spPr/>
    </dgm:pt>
    <dgm:pt modelId="{2F13B47A-E044-410D-8D1D-5CC82F8D9C12}" type="pres">
      <dgm:prSet presAssocID="{AC5EA0D9-5125-440F-9ACA-54E5D002C7A5}" presName="linNode" presStyleCnt="0"/>
      <dgm:spPr/>
    </dgm:pt>
    <dgm:pt modelId="{92B90C6B-C4C4-4221-B741-FE660C99E87B}" type="pres">
      <dgm:prSet presAssocID="{AC5EA0D9-5125-440F-9ACA-54E5D002C7A5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D7968D0B-F505-4F2C-9718-9056F3A41BDA}" srcId="{5209DFB7-EA94-4C70-BF1A-A13E49C852FF}" destId="{CF691BC8-9EE8-4A60-BD36-1539D240E6D6}" srcOrd="0" destOrd="0" parTransId="{30307417-A728-49E3-85E3-3A907BF2F322}" sibTransId="{81620AE1-05BE-464F-885E-59B3683EBCF1}"/>
    <dgm:cxn modelId="{0BA12327-281C-4748-9B47-55A9F791EC6B}" srcId="{3D067BFC-2B90-4255-8FBA-3C0CE21B6B6C}" destId="{042E32AB-3E76-4384-9A8A-4B12EF50697F}" srcOrd="0" destOrd="0" parTransId="{44044B35-3818-4D30-97D7-CAB7ACE70172}" sibTransId="{07DA85E6-3BB0-4F91-8DF3-736332940BED}"/>
    <dgm:cxn modelId="{44A34960-819A-47C6-9D08-F37B9FAD805C}" type="presOf" srcId="{3D067BFC-2B90-4255-8FBA-3C0CE21B6B6C}" destId="{4B4B0D00-4A07-46E0-ACA4-8C6496F6BCAD}" srcOrd="0" destOrd="0" presId="urn:microsoft.com/office/officeart/2005/8/layout/vList5"/>
    <dgm:cxn modelId="{2D94DC60-6E31-4D56-9423-A25BF8ECCDD4}" srcId="{527C89A8-E187-421D-9A02-638FCBF548EA}" destId="{9FC317C3-3D0F-4D32-9121-FDE28FCA0D78}" srcOrd="1" destOrd="0" parTransId="{02B6F0EF-738B-4EA2-A72D-AFF06186B337}" sibTransId="{C17FB001-0507-4BF5-AEF4-C8CF95343158}"/>
    <dgm:cxn modelId="{F2C78362-208F-4F1C-84A9-CDC0EF9FF700}" type="presOf" srcId="{AC5EA0D9-5125-440F-9ACA-54E5D002C7A5}" destId="{92B90C6B-C4C4-4221-B741-FE660C99E87B}" srcOrd="0" destOrd="0" presId="urn:microsoft.com/office/officeart/2005/8/layout/vList5"/>
    <dgm:cxn modelId="{249C3744-B510-4CF2-A251-A49AEAD90EF3}" srcId="{527C89A8-E187-421D-9A02-638FCBF548EA}" destId="{5209DFB7-EA94-4C70-BF1A-A13E49C852FF}" srcOrd="2" destOrd="0" parTransId="{11473555-D8B6-49F9-98AF-3BED98B8E4B3}" sibTransId="{B3C67176-DF40-41C6-9B7E-53848949A3AB}"/>
    <dgm:cxn modelId="{77929165-5BF1-4635-8061-6AD67273ACD6}" type="presOf" srcId="{5209DFB7-EA94-4C70-BF1A-A13E49C852FF}" destId="{9CD70637-C324-47B6-A9E7-C022F9401F2E}" srcOrd="0" destOrd="0" presId="urn:microsoft.com/office/officeart/2005/8/layout/vList5"/>
    <dgm:cxn modelId="{49319B83-7554-451E-A264-72A9CE67D475}" type="presOf" srcId="{3EBA5B18-E168-4CBD-BFE3-5D8D8D019BA9}" destId="{E64F3383-7FBA-47A9-AA88-7F560F318DC0}" srcOrd="0" destOrd="1" presId="urn:microsoft.com/office/officeart/2005/8/layout/vList5"/>
    <dgm:cxn modelId="{2776B2A2-870B-48DF-82E6-186367927833}" srcId="{3D067BFC-2B90-4255-8FBA-3C0CE21B6B6C}" destId="{3EBA5B18-E168-4CBD-BFE3-5D8D8D019BA9}" srcOrd="1" destOrd="0" parTransId="{C73097DF-C2BE-4558-87AC-351CB43939FC}" sibTransId="{3B94442A-CD5A-48A2-B0C4-EC819863AC38}"/>
    <dgm:cxn modelId="{FCCFA1AC-BE1E-4F7A-825C-F2A8F5F39ED6}" srcId="{527C89A8-E187-421D-9A02-638FCBF548EA}" destId="{3D067BFC-2B90-4255-8FBA-3C0CE21B6B6C}" srcOrd="0" destOrd="0" parTransId="{061BDD98-89FB-46C8-9D57-F72703751318}" sibTransId="{FBBDFEB4-7476-49A7-A797-599D3802EEAC}"/>
    <dgm:cxn modelId="{66C2BAB4-154B-486D-8EFE-739F2FD76E0B}" type="presOf" srcId="{CF691BC8-9EE8-4A60-BD36-1539D240E6D6}" destId="{4E22DF62-5660-4496-8D48-21A8E5FC1259}" srcOrd="0" destOrd="0" presId="urn:microsoft.com/office/officeart/2005/8/layout/vList5"/>
    <dgm:cxn modelId="{037343B6-CFB5-469A-B74A-D82E3996A6B9}" srcId="{9FC317C3-3D0F-4D32-9121-FDE28FCA0D78}" destId="{EF5A2C3E-42B4-43F6-84DC-1DDCE71DDA3B}" srcOrd="0" destOrd="0" parTransId="{8ECB2C97-C83F-4809-8175-2C816907F074}" sibTransId="{A12F181C-B93E-43BD-AD53-57F817DB65D0}"/>
    <dgm:cxn modelId="{B938AFC8-66F1-4B92-9331-D678F89061FE}" srcId="{527C89A8-E187-421D-9A02-638FCBF548EA}" destId="{AC5EA0D9-5125-440F-9ACA-54E5D002C7A5}" srcOrd="3" destOrd="0" parTransId="{E5CC70CB-B445-4626-A84C-CC38E7A20608}" sibTransId="{C1269F2B-082E-4F20-B6C6-FDF0659050A6}"/>
    <dgm:cxn modelId="{FB37E3C9-DFC1-4FDA-A8FB-8EC07236B38B}" type="presOf" srcId="{9FC317C3-3D0F-4D32-9121-FDE28FCA0D78}" destId="{B42A69EE-21A3-4FCB-B9D5-7E387607D11B}" srcOrd="0" destOrd="0" presId="urn:microsoft.com/office/officeart/2005/8/layout/vList5"/>
    <dgm:cxn modelId="{921205CF-5BF2-4ADC-A22E-106DB8C1D2AF}" type="presOf" srcId="{527C89A8-E187-421D-9A02-638FCBF548EA}" destId="{BDFA2870-202C-40EE-AF58-8FFC00992111}" srcOrd="0" destOrd="0" presId="urn:microsoft.com/office/officeart/2005/8/layout/vList5"/>
    <dgm:cxn modelId="{A7D69EE3-560D-4528-9E4B-29856347F29E}" type="presOf" srcId="{042E32AB-3E76-4384-9A8A-4B12EF50697F}" destId="{E64F3383-7FBA-47A9-AA88-7F560F318DC0}" srcOrd="0" destOrd="0" presId="urn:microsoft.com/office/officeart/2005/8/layout/vList5"/>
    <dgm:cxn modelId="{8B2506F6-254F-4A03-8E55-545267731651}" type="presOf" srcId="{EF5A2C3E-42B4-43F6-84DC-1DDCE71DDA3B}" destId="{C1B22C1C-2339-4E3C-AD70-9B548B1E46F0}" srcOrd="0" destOrd="0" presId="urn:microsoft.com/office/officeart/2005/8/layout/vList5"/>
    <dgm:cxn modelId="{DD80C049-EB5B-4162-ACE0-D53EC7D9D636}" type="presParOf" srcId="{BDFA2870-202C-40EE-AF58-8FFC00992111}" destId="{ACBAA740-3348-417A-9DFE-8C789F014789}" srcOrd="0" destOrd="0" presId="urn:microsoft.com/office/officeart/2005/8/layout/vList5"/>
    <dgm:cxn modelId="{65F2239F-653B-4898-95CE-D5926EE45713}" type="presParOf" srcId="{ACBAA740-3348-417A-9DFE-8C789F014789}" destId="{4B4B0D00-4A07-46E0-ACA4-8C6496F6BCAD}" srcOrd="0" destOrd="0" presId="urn:microsoft.com/office/officeart/2005/8/layout/vList5"/>
    <dgm:cxn modelId="{C502B601-B6B6-402B-BA8E-E7C7969C14F5}" type="presParOf" srcId="{ACBAA740-3348-417A-9DFE-8C789F014789}" destId="{E64F3383-7FBA-47A9-AA88-7F560F318DC0}" srcOrd="1" destOrd="0" presId="urn:microsoft.com/office/officeart/2005/8/layout/vList5"/>
    <dgm:cxn modelId="{E3EA3665-9F9C-4301-86FE-6C31E3B28449}" type="presParOf" srcId="{BDFA2870-202C-40EE-AF58-8FFC00992111}" destId="{7EDA60EF-A39C-44F1-886E-111E3C77ED24}" srcOrd="1" destOrd="0" presId="urn:microsoft.com/office/officeart/2005/8/layout/vList5"/>
    <dgm:cxn modelId="{9A23592B-7F70-4597-B61E-2B14B05EA394}" type="presParOf" srcId="{BDFA2870-202C-40EE-AF58-8FFC00992111}" destId="{6D2DB300-83D0-417E-B0B9-0372730FAB46}" srcOrd="2" destOrd="0" presId="urn:microsoft.com/office/officeart/2005/8/layout/vList5"/>
    <dgm:cxn modelId="{31027669-463B-4319-8EC8-99EA97A2218E}" type="presParOf" srcId="{6D2DB300-83D0-417E-B0B9-0372730FAB46}" destId="{B42A69EE-21A3-4FCB-B9D5-7E387607D11B}" srcOrd="0" destOrd="0" presId="urn:microsoft.com/office/officeart/2005/8/layout/vList5"/>
    <dgm:cxn modelId="{A455DA0A-A17E-40E4-8F7B-46BEA5D0724A}" type="presParOf" srcId="{6D2DB300-83D0-417E-B0B9-0372730FAB46}" destId="{C1B22C1C-2339-4E3C-AD70-9B548B1E46F0}" srcOrd="1" destOrd="0" presId="urn:microsoft.com/office/officeart/2005/8/layout/vList5"/>
    <dgm:cxn modelId="{B97A3B4C-3B95-4F2F-B879-5C36A7312100}" type="presParOf" srcId="{BDFA2870-202C-40EE-AF58-8FFC00992111}" destId="{0049AD3D-93E7-4248-8856-492233E0FD9F}" srcOrd="3" destOrd="0" presId="urn:microsoft.com/office/officeart/2005/8/layout/vList5"/>
    <dgm:cxn modelId="{41A5A865-AC52-4001-980D-F1B564599C79}" type="presParOf" srcId="{BDFA2870-202C-40EE-AF58-8FFC00992111}" destId="{6268219B-31B9-4554-BF3D-261ACB840022}" srcOrd="4" destOrd="0" presId="urn:microsoft.com/office/officeart/2005/8/layout/vList5"/>
    <dgm:cxn modelId="{696C1B26-5FC3-48AA-8E40-0EF54D98DA13}" type="presParOf" srcId="{6268219B-31B9-4554-BF3D-261ACB840022}" destId="{9CD70637-C324-47B6-A9E7-C022F9401F2E}" srcOrd="0" destOrd="0" presId="urn:microsoft.com/office/officeart/2005/8/layout/vList5"/>
    <dgm:cxn modelId="{EC594D23-00E6-4A9D-A93D-3ABCF267C1E6}" type="presParOf" srcId="{6268219B-31B9-4554-BF3D-261ACB840022}" destId="{4E22DF62-5660-4496-8D48-21A8E5FC1259}" srcOrd="1" destOrd="0" presId="urn:microsoft.com/office/officeart/2005/8/layout/vList5"/>
    <dgm:cxn modelId="{FF86D474-B52F-4D03-A3EB-8D72E79302E6}" type="presParOf" srcId="{BDFA2870-202C-40EE-AF58-8FFC00992111}" destId="{DAD4F50D-2E70-4CDD-A67A-F9B28308749E}" srcOrd="5" destOrd="0" presId="urn:microsoft.com/office/officeart/2005/8/layout/vList5"/>
    <dgm:cxn modelId="{F6C62BE7-930C-4ED8-9FA9-543D3CD2BC13}" type="presParOf" srcId="{BDFA2870-202C-40EE-AF58-8FFC00992111}" destId="{2F13B47A-E044-410D-8D1D-5CC82F8D9C12}" srcOrd="6" destOrd="0" presId="urn:microsoft.com/office/officeart/2005/8/layout/vList5"/>
    <dgm:cxn modelId="{58CC5CA9-5791-4265-99BB-98669A915FB2}" type="presParOf" srcId="{2F13B47A-E044-410D-8D1D-5CC82F8D9C12}" destId="{92B90C6B-C4C4-4221-B741-FE660C99E87B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BE071C8-7EF6-489A-9D32-012617E3745F}" type="doc">
      <dgm:prSet loTypeId="urn:microsoft.com/office/officeart/2008/layout/HalfCircle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C3054648-B087-41B0-8633-B17A584E6F54}">
      <dgm:prSet phldrT="[Text]"/>
      <dgm:spPr/>
      <dgm:t>
        <a:bodyPr/>
        <a:lstStyle/>
        <a:p>
          <a:r>
            <a:rPr lang="en-US" b="1" dirty="0">
              <a:solidFill>
                <a:srgbClr val="FFC000"/>
              </a:solidFill>
            </a:rPr>
            <a:t>TOPIC</a:t>
          </a:r>
        </a:p>
        <a:p>
          <a:r>
            <a:rPr lang="en-US" dirty="0">
              <a:solidFill>
                <a:schemeClr val="bg1"/>
              </a:solidFill>
            </a:rPr>
            <a:t>Energy </a:t>
          </a:r>
          <a:endParaRPr lang="en-GB" dirty="0">
            <a:solidFill>
              <a:schemeClr val="bg1"/>
            </a:solidFill>
          </a:endParaRPr>
        </a:p>
      </dgm:t>
    </dgm:pt>
    <dgm:pt modelId="{2A44DA45-CB77-4D8A-A04C-4047411FF3DC}" type="parTrans" cxnId="{C00263BE-2D13-464E-8EA5-ED69FBAF8BFC}">
      <dgm:prSet/>
      <dgm:spPr/>
      <dgm:t>
        <a:bodyPr/>
        <a:lstStyle/>
        <a:p>
          <a:endParaRPr lang="en-GB"/>
        </a:p>
      </dgm:t>
    </dgm:pt>
    <dgm:pt modelId="{515EDD27-832B-428F-9B25-ADBEBBFC9759}" type="sibTrans" cxnId="{C00263BE-2D13-464E-8EA5-ED69FBAF8BFC}">
      <dgm:prSet/>
      <dgm:spPr/>
      <dgm:t>
        <a:bodyPr/>
        <a:lstStyle/>
        <a:p>
          <a:endParaRPr lang="en-GB"/>
        </a:p>
      </dgm:t>
    </dgm:pt>
    <dgm:pt modelId="{28B815BA-2524-4FE7-BA0D-224DED95D242}" type="asst">
      <dgm:prSet phldrT="[Text]"/>
      <dgm:spPr/>
      <dgm:t>
        <a:bodyPr/>
        <a:lstStyle/>
        <a:p>
          <a:pPr algn="ctr"/>
          <a:r>
            <a:rPr lang="en-US" b="1" dirty="0">
              <a:solidFill>
                <a:srgbClr val="FFFF00"/>
              </a:solidFill>
            </a:rPr>
            <a:t>THEME</a:t>
          </a:r>
        </a:p>
        <a:p>
          <a:pPr algn="l"/>
          <a:r>
            <a:rPr lang="en-US" b="1" dirty="0">
              <a:solidFill>
                <a:schemeClr val="bg1"/>
              </a:solidFill>
            </a:rPr>
            <a:t>Effect of energy crisis on people and</a:t>
          </a:r>
          <a:endParaRPr lang="en-GB" b="1" dirty="0">
            <a:solidFill>
              <a:schemeClr val="bg1"/>
            </a:solidFill>
          </a:endParaRPr>
        </a:p>
        <a:p>
          <a:pPr algn="l"/>
          <a:r>
            <a:rPr lang="en-GB" b="1" dirty="0">
              <a:solidFill>
                <a:schemeClr val="bg1"/>
              </a:solidFill>
            </a:rPr>
            <a:t>the environment</a:t>
          </a:r>
          <a:endParaRPr lang="en-US" b="1" dirty="0">
            <a:solidFill>
              <a:schemeClr val="bg1"/>
            </a:solidFill>
          </a:endParaRPr>
        </a:p>
        <a:p>
          <a:pPr algn="ctr"/>
          <a:endParaRPr lang="en-GB" dirty="0"/>
        </a:p>
      </dgm:t>
    </dgm:pt>
    <dgm:pt modelId="{4D093CEE-F7E8-47D9-983F-C235FD0487D1}" type="parTrans" cxnId="{122B90BC-1054-4CCF-9E07-8C45C2A65E2E}">
      <dgm:prSet/>
      <dgm:spPr/>
      <dgm:t>
        <a:bodyPr/>
        <a:lstStyle/>
        <a:p>
          <a:endParaRPr lang="en-GB"/>
        </a:p>
      </dgm:t>
    </dgm:pt>
    <dgm:pt modelId="{86A3B216-AD93-403D-AB2A-B7909E1BFEDF}" type="sibTrans" cxnId="{122B90BC-1054-4CCF-9E07-8C45C2A65E2E}">
      <dgm:prSet/>
      <dgm:spPr/>
      <dgm:t>
        <a:bodyPr/>
        <a:lstStyle/>
        <a:p>
          <a:endParaRPr lang="en-GB"/>
        </a:p>
      </dgm:t>
    </dgm:pt>
    <dgm:pt modelId="{A6B02C1F-BBAE-453E-9458-BA994EB68EA7}">
      <dgm:prSet phldrT="[Text]"/>
      <dgm:spPr/>
      <dgm:t>
        <a:bodyPr/>
        <a:lstStyle/>
        <a:p>
          <a:pPr algn="ctr"/>
          <a:r>
            <a:rPr lang="en-US" b="1" dirty="0">
              <a:solidFill>
                <a:srgbClr val="FFFF00"/>
              </a:solidFill>
            </a:rPr>
            <a:t>SCENARIO</a:t>
          </a:r>
        </a:p>
        <a:p>
          <a:pPr algn="l"/>
          <a:r>
            <a:rPr lang="en-US" dirty="0">
              <a:solidFill>
                <a:schemeClr val="bg1"/>
              </a:solidFill>
            </a:rPr>
            <a:t>Provide alternative energy sources &amp; solutions to problems arising from fossil fuel </a:t>
          </a:r>
          <a:endParaRPr lang="en-GB" dirty="0">
            <a:solidFill>
              <a:schemeClr val="bg1"/>
            </a:solidFill>
          </a:endParaRPr>
        </a:p>
      </dgm:t>
    </dgm:pt>
    <dgm:pt modelId="{221EB485-A040-4939-8C81-A4A8EFEE1174}" type="parTrans" cxnId="{0F6A9DA0-D246-4A72-9A40-93B1D58B303C}">
      <dgm:prSet/>
      <dgm:spPr/>
      <dgm:t>
        <a:bodyPr/>
        <a:lstStyle/>
        <a:p>
          <a:endParaRPr lang="en-GB"/>
        </a:p>
      </dgm:t>
    </dgm:pt>
    <dgm:pt modelId="{D7DA6440-71C8-478C-8F1A-9B1C53467C8D}" type="sibTrans" cxnId="{0F6A9DA0-D246-4A72-9A40-93B1D58B303C}">
      <dgm:prSet/>
      <dgm:spPr/>
      <dgm:t>
        <a:bodyPr/>
        <a:lstStyle/>
        <a:p>
          <a:endParaRPr lang="en-GB"/>
        </a:p>
      </dgm:t>
    </dgm:pt>
    <dgm:pt modelId="{68DD939F-5174-491C-A540-0BFDD7D64F83}">
      <dgm:prSet phldrT="[Text]"/>
      <dgm:spPr/>
      <dgm:t>
        <a:bodyPr/>
        <a:lstStyle/>
        <a:p>
          <a:pPr algn="ctr"/>
          <a:r>
            <a:rPr lang="en-US" b="1" dirty="0">
              <a:solidFill>
                <a:srgbClr val="FFFF00"/>
              </a:solidFill>
            </a:rPr>
            <a:t>PROBLEM QUESTION</a:t>
          </a:r>
        </a:p>
        <a:p>
          <a:pPr algn="l"/>
          <a:r>
            <a:rPr lang="en-US" dirty="0">
              <a:solidFill>
                <a:schemeClr val="bg1"/>
              </a:solidFill>
            </a:rPr>
            <a:t>How do we minimize the impact of fossil fuel  on the environment</a:t>
          </a:r>
          <a:endParaRPr lang="en-GB" dirty="0">
            <a:solidFill>
              <a:schemeClr val="bg1"/>
            </a:solidFill>
          </a:endParaRPr>
        </a:p>
      </dgm:t>
    </dgm:pt>
    <dgm:pt modelId="{5B37D96E-E5F5-4E84-BB17-BEF43D4B5325}" type="parTrans" cxnId="{3B3D19DB-C4A3-4BDC-BB88-BC7823CAC95B}">
      <dgm:prSet/>
      <dgm:spPr/>
      <dgm:t>
        <a:bodyPr/>
        <a:lstStyle/>
        <a:p>
          <a:endParaRPr lang="en-GB"/>
        </a:p>
      </dgm:t>
    </dgm:pt>
    <dgm:pt modelId="{F94261C1-9C09-4A09-8EFB-E63B54113219}" type="sibTrans" cxnId="{3B3D19DB-C4A3-4BDC-BB88-BC7823CAC95B}">
      <dgm:prSet/>
      <dgm:spPr/>
      <dgm:t>
        <a:bodyPr/>
        <a:lstStyle/>
        <a:p>
          <a:endParaRPr lang="en-GB"/>
        </a:p>
      </dgm:t>
    </dgm:pt>
    <dgm:pt modelId="{809F821F-C9B3-4BC7-803A-C1877B5BB106}">
      <dgm:prSet phldrT="[Text]"/>
      <dgm:spPr/>
      <dgm:t>
        <a:bodyPr/>
        <a:lstStyle/>
        <a:p>
          <a:pPr algn="ctr"/>
          <a:r>
            <a:rPr lang="en-US" b="1" dirty="0">
              <a:solidFill>
                <a:srgbClr val="FFFF00"/>
              </a:solidFill>
            </a:rPr>
            <a:t>STUDENT ROLE</a:t>
          </a:r>
        </a:p>
        <a:p>
          <a:pPr algn="l"/>
          <a:r>
            <a:rPr lang="en-US" dirty="0">
              <a:solidFill>
                <a:schemeClr val="bg1"/>
              </a:solidFill>
            </a:rPr>
            <a:t>Learners are members of the research Team</a:t>
          </a:r>
          <a:endParaRPr lang="en-GB" dirty="0">
            <a:solidFill>
              <a:schemeClr val="bg1"/>
            </a:solidFill>
          </a:endParaRPr>
        </a:p>
      </dgm:t>
    </dgm:pt>
    <dgm:pt modelId="{7E2EACF6-4E9E-4428-8142-9A182754D3C5}" type="parTrans" cxnId="{B693CFA1-8021-4E49-9FD9-54101845AF70}">
      <dgm:prSet/>
      <dgm:spPr/>
      <dgm:t>
        <a:bodyPr/>
        <a:lstStyle/>
        <a:p>
          <a:endParaRPr lang="en-GB"/>
        </a:p>
      </dgm:t>
    </dgm:pt>
    <dgm:pt modelId="{D866137A-18E8-45D0-97E8-873E7B3060F2}" type="sibTrans" cxnId="{B693CFA1-8021-4E49-9FD9-54101845AF70}">
      <dgm:prSet/>
      <dgm:spPr/>
      <dgm:t>
        <a:bodyPr/>
        <a:lstStyle/>
        <a:p>
          <a:endParaRPr lang="en-GB"/>
        </a:p>
      </dgm:t>
    </dgm:pt>
    <dgm:pt modelId="{59F165DF-FA31-4912-8AAB-525EADCC0098}">
      <dgm:prSet/>
      <dgm:spPr/>
      <dgm:t>
        <a:bodyPr/>
        <a:lstStyle/>
        <a:p>
          <a:r>
            <a:rPr lang="en-US" b="1" dirty="0">
              <a:solidFill>
                <a:srgbClr val="FFFF00"/>
              </a:solidFill>
            </a:rPr>
            <a:t>CULMANATING ACTIVITY</a:t>
          </a:r>
        </a:p>
        <a:p>
          <a:r>
            <a:rPr lang="en-US" dirty="0">
              <a:solidFill>
                <a:schemeClr val="bg1"/>
              </a:solidFill>
            </a:rPr>
            <a:t>Learners present their assessments and alternative solutions models to panel of research committee</a:t>
          </a:r>
          <a:endParaRPr lang="en-GB" dirty="0">
            <a:solidFill>
              <a:schemeClr val="bg1"/>
            </a:solidFill>
          </a:endParaRPr>
        </a:p>
      </dgm:t>
    </dgm:pt>
    <dgm:pt modelId="{E301BF9E-A1B3-4376-809E-5064274002EE}" type="parTrans" cxnId="{1C8C2910-A3A3-41AB-991E-0E93F54E9EA2}">
      <dgm:prSet/>
      <dgm:spPr/>
      <dgm:t>
        <a:bodyPr/>
        <a:lstStyle/>
        <a:p>
          <a:endParaRPr lang="en-GB"/>
        </a:p>
      </dgm:t>
    </dgm:pt>
    <dgm:pt modelId="{67CCCCC7-1107-4EE4-BE91-B5E9E2312918}" type="sibTrans" cxnId="{1C8C2910-A3A3-41AB-991E-0E93F54E9EA2}">
      <dgm:prSet/>
      <dgm:spPr/>
      <dgm:t>
        <a:bodyPr/>
        <a:lstStyle/>
        <a:p>
          <a:endParaRPr lang="en-GB"/>
        </a:p>
      </dgm:t>
    </dgm:pt>
    <dgm:pt modelId="{509EAD63-74E1-418E-9B3B-3389701037CA}" type="pres">
      <dgm:prSet presAssocID="{2BE071C8-7EF6-489A-9D32-012617E3745F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474CD68-DB55-4857-B8FD-2C888CF9DD21}" type="pres">
      <dgm:prSet presAssocID="{C3054648-B087-41B0-8633-B17A584E6F54}" presName="hierRoot1" presStyleCnt="0">
        <dgm:presLayoutVars>
          <dgm:hierBranch val="init"/>
        </dgm:presLayoutVars>
      </dgm:prSet>
      <dgm:spPr/>
    </dgm:pt>
    <dgm:pt modelId="{AFE83769-F7CD-4583-BB27-3223B153D1AA}" type="pres">
      <dgm:prSet presAssocID="{C3054648-B087-41B0-8633-B17A584E6F54}" presName="rootComposite1" presStyleCnt="0"/>
      <dgm:spPr/>
    </dgm:pt>
    <dgm:pt modelId="{428A0E4C-3A2E-47D3-9B81-C1391674829F}" type="pres">
      <dgm:prSet presAssocID="{C3054648-B087-41B0-8633-B17A584E6F54}" presName="rootText1" presStyleLbl="alignAcc1" presStyleIdx="0" presStyleCnt="0" custScaleX="134208" custScaleY="124958">
        <dgm:presLayoutVars>
          <dgm:chPref val="3"/>
        </dgm:presLayoutVars>
      </dgm:prSet>
      <dgm:spPr/>
    </dgm:pt>
    <dgm:pt modelId="{E7C144C4-B5E0-40D1-92BE-9449578760FF}" type="pres">
      <dgm:prSet presAssocID="{C3054648-B087-41B0-8633-B17A584E6F54}" presName="topArc1" presStyleLbl="parChTrans1D1" presStyleIdx="0" presStyleCnt="12"/>
      <dgm:spPr/>
    </dgm:pt>
    <dgm:pt modelId="{224282EA-D8CC-4129-A658-1BD9059C62B3}" type="pres">
      <dgm:prSet presAssocID="{C3054648-B087-41B0-8633-B17A584E6F54}" presName="bottomArc1" presStyleLbl="parChTrans1D1" presStyleIdx="1" presStyleCnt="12"/>
      <dgm:spPr/>
    </dgm:pt>
    <dgm:pt modelId="{06BF7730-3EC0-4B13-BDF1-1F422D4C99AF}" type="pres">
      <dgm:prSet presAssocID="{C3054648-B087-41B0-8633-B17A584E6F54}" presName="topConnNode1" presStyleLbl="node1" presStyleIdx="0" presStyleCnt="0"/>
      <dgm:spPr/>
    </dgm:pt>
    <dgm:pt modelId="{E9CA889E-27B0-47B5-BC32-79AA6C6F86C3}" type="pres">
      <dgm:prSet presAssocID="{C3054648-B087-41B0-8633-B17A584E6F54}" presName="hierChild2" presStyleCnt="0"/>
      <dgm:spPr/>
    </dgm:pt>
    <dgm:pt modelId="{57552EA6-6CDC-4FB8-969D-BF130B058686}" type="pres">
      <dgm:prSet presAssocID="{221EB485-A040-4939-8C81-A4A8EFEE1174}" presName="Name28" presStyleLbl="parChTrans1D2" presStyleIdx="0" presStyleCnt="4"/>
      <dgm:spPr/>
    </dgm:pt>
    <dgm:pt modelId="{BA4BE732-833D-4465-898D-55D3D5B84651}" type="pres">
      <dgm:prSet presAssocID="{A6B02C1F-BBAE-453E-9458-BA994EB68EA7}" presName="hierRoot2" presStyleCnt="0">
        <dgm:presLayoutVars>
          <dgm:hierBranch val="init"/>
        </dgm:presLayoutVars>
      </dgm:prSet>
      <dgm:spPr/>
    </dgm:pt>
    <dgm:pt modelId="{3E0C209D-606E-4100-8F7F-D8263AFA25E9}" type="pres">
      <dgm:prSet presAssocID="{A6B02C1F-BBAE-453E-9458-BA994EB68EA7}" presName="rootComposite2" presStyleCnt="0"/>
      <dgm:spPr/>
    </dgm:pt>
    <dgm:pt modelId="{480D520F-9EC7-42A9-972E-446938545AFB}" type="pres">
      <dgm:prSet presAssocID="{A6B02C1F-BBAE-453E-9458-BA994EB68EA7}" presName="rootText2" presStyleLbl="alignAcc1" presStyleIdx="0" presStyleCnt="0" custScaleX="225363" custScaleY="154632">
        <dgm:presLayoutVars>
          <dgm:chPref val="3"/>
        </dgm:presLayoutVars>
      </dgm:prSet>
      <dgm:spPr/>
    </dgm:pt>
    <dgm:pt modelId="{0CAD747B-EE68-4F7D-A888-F0B4CFB5400D}" type="pres">
      <dgm:prSet presAssocID="{A6B02C1F-BBAE-453E-9458-BA994EB68EA7}" presName="topArc2" presStyleLbl="parChTrans1D1" presStyleIdx="2" presStyleCnt="12"/>
      <dgm:spPr/>
    </dgm:pt>
    <dgm:pt modelId="{B1BF9D57-D6CA-4822-B146-8E92F7D692D4}" type="pres">
      <dgm:prSet presAssocID="{A6B02C1F-BBAE-453E-9458-BA994EB68EA7}" presName="bottomArc2" presStyleLbl="parChTrans1D1" presStyleIdx="3" presStyleCnt="12"/>
      <dgm:spPr/>
    </dgm:pt>
    <dgm:pt modelId="{30F61127-3E0A-4F1E-A122-003BA31BED90}" type="pres">
      <dgm:prSet presAssocID="{A6B02C1F-BBAE-453E-9458-BA994EB68EA7}" presName="topConnNode2" presStyleLbl="node2" presStyleIdx="0" presStyleCnt="0"/>
      <dgm:spPr/>
    </dgm:pt>
    <dgm:pt modelId="{0BEB494F-DD71-4E63-A2B0-EF0C700E3F6B}" type="pres">
      <dgm:prSet presAssocID="{A6B02C1F-BBAE-453E-9458-BA994EB68EA7}" presName="hierChild4" presStyleCnt="0"/>
      <dgm:spPr/>
    </dgm:pt>
    <dgm:pt modelId="{63AC47BB-090D-44D0-A82A-CAF563D05CF2}" type="pres">
      <dgm:prSet presAssocID="{E301BF9E-A1B3-4376-809E-5064274002EE}" presName="Name28" presStyleLbl="parChTrans1D3" presStyleIdx="0" presStyleCnt="1"/>
      <dgm:spPr/>
    </dgm:pt>
    <dgm:pt modelId="{E37C1E13-60E5-4CD3-B122-FCBA0A6DC2DB}" type="pres">
      <dgm:prSet presAssocID="{59F165DF-FA31-4912-8AAB-525EADCC0098}" presName="hierRoot2" presStyleCnt="0">
        <dgm:presLayoutVars>
          <dgm:hierBranch val="init"/>
        </dgm:presLayoutVars>
      </dgm:prSet>
      <dgm:spPr/>
    </dgm:pt>
    <dgm:pt modelId="{BC704490-08C1-4282-A7D4-74155BA08536}" type="pres">
      <dgm:prSet presAssocID="{59F165DF-FA31-4912-8AAB-525EADCC0098}" presName="rootComposite2" presStyleCnt="0"/>
      <dgm:spPr/>
    </dgm:pt>
    <dgm:pt modelId="{7A0B9750-E9F5-4ACB-9B04-529AD593C8D2}" type="pres">
      <dgm:prSet presAssocID="{59F165DF-FA31-4912-8AAB-525EADCC0098}" presName="rootText2" presStyleLbl="alignAcc1" presStyleIdx="0" presStyleCnt="0" custScaleX="344075" custScaleY="150212">
        <dgm:presLayoutVars>
          <dgm:chPref val="3"/>
        </dgm:presLayoutVars>
      </dgm:prSet>
      <dgm:spPr/>
    </dgm:pt>
    <dgm:pt modelId="{3CE34D10-6159-46B7-98DB-72C30191683D}" type="pres">
      <dgm:prSet presAssocID="{59F165DF-FA31-4912-8AAB-525EADCC0098}" presName="topArc2" presStyleLbl="parChTrans1D1" presStyleIdx="4" presStyleCnt="12"/>
      <dgm:spPr/>
    </dgm:pt>
    <dgm:pt modelId="{5A2E8A40-35AD-4EC0-AB20-CF6749EA74A5}" type="pres">
      <dgm:prSet presAssocID="{59F165DF-FA31-4912-8AAB-525EADCC0098}" presName="bottomArc2" presStyleLbl="parChTrans1D1" presStyleIdx="5" presStyleCnt="12"/>
      <dgm:spPr/>
    </dgm:pt>
    <dgm:pt modelId="{76442816-52E5-4258-9633-8696038E132E}" type="pres">
      <dgm:prSet presAssocID="{59F165DF-FA31-4912-8AAB-525EADCC0098}" presName="topConnNode2" presStyleLbl="node3" presStyleIdx="0" presStyleCnt="0"/>
      <dgm:spPr/>
    </dgm:pt>
    <dgm:pt modelId="{88575A0C-2B04-4A0E-B812-64696DC5A855}" type="pres">
      <dgm:prSet presAssocID="{59F165DF-FA31-4912-8AAB-525EADCC0098}" presName="hierChild4" presStyleCnt="0"/>
      <dgm:spPr/>
    </dgm:pt>
    <dgm:pt modelId="{F86DFBB8-5926-4BAB-8D46-6D20DAEE012D}" type="pres">
      <dgm:prSet presAssocID="{59F165DF-FA31-4912-8AAB-525EADCC0098}" presName="hierChild5" presStyleCnt="0"/>
      <dgm:spPr/>
    </dgm:pt>
    <dgm:pt modelId="{A7FDDA6F-F01B-418C-9FB3-3AD6C46A80A5}" type="pres">
      <dgm:prSet presAssocID="{A6B02C1F-BBAE-453E-9458-BA994EB68EA7}" presName="hierChild5" presStyleCnt="0"/>
      <dgm:spPr/>
    </dgm:pt>
    <dgm:pt modelId="{7C422281-D9C1-43B9-B75E-C2EBB97D5724}" type="pres">
      <dgm:prSet presAssocID="{5B37D96E-E5F5-4E84-BB17-BEF43D4B5325}" presName="Name28" presStyleLbl="parChTrans1D2" presStyleIdx="1" presStyleCnt="4"/>
      <dgm:spPr/>
    </dgm:pt>
    <dgm:pt modelId="{4C775A41-C8CE-494D-9526-58068E5AA0C3}" type="pres">
      <dgm:prSet presAssocID="{68DD939F-5174-491C-A540-0BFDD7D64F83}" presName="hierRoot2" presStyleCnt="0">
        <dgm:presLayoutVars>
          <dgm:hierBranch val="init"/>
        </dgm:presLayoutVars>
      </dgm:prSet>
      <dgm:spPr/>
    </dgm:pt>
    <dgm:pt modelId="{2530CCF2-8422-48E6-A8E8-97C42F4DA8D4}" type="pres">
      <dgm:prSet presAssocID="{68DD939F-5174-491C-A540-0BFDD7D64F83}" presName="rootComposite2" presStyleCnt="0"/>
      <dgm:spPr/>
    </dgm:pt>
    <dgm:pt modelId="{7288F12E-FDD6-42D2-83B7-476147BDCB33}" type="pres">
      <dgm:prSet presAssocID="{68DD939F-5174-491C-A540-0BFDD7D64F83}" presName="rootText2" presStyleLbl="alignAcc1" presStyleIdx="0" presStyleCnt="0" custScaleX="156788" custScaleY="170414">
        <dgm:presLayoutVars>
          <dgm:chPref val="3"/>
        </dgm:presLayoutVars>
      </dgm:prSet>
      <dgm:spPr/>
    </dgm:pt>
    <dgm:pt modelId="{85E82F50-5442-43BA-96F0-F6058F787A59}" type="pres">
      <dgm:prSet presAssocID="{68DD939F-5174-491C-A540-0BFDD7D64F83}" presName="topArc2" presStyleLbl="parChTrans1D1" presStyleIdx="6" presStyleCnt="12"/>
      <dgm:spPr/>
    </dgm:pt>
    <dgm:pt modelId="{F849FBB1-F978-493A-AD9B-1223C76A898A}" type="pres">
      <dgm:prSet presAssocID="{68DD939F-5174-491C-A540-0BFDD7D64F83}" presName="bottomArc2" presStyleLbl="parChTrans1D1" presStyleIdx="7" presStyleCnt="12"/>
      <dgm:spPr/>
    </dgm:pt>
    <dgm:pt modelId="{69BFDCAA-6693-4F16-AB24-4AACA4D681BC}" type="pres">
      <dgm:prSet presAssocID="{68DD939F-5174-491C-A540-0BFDD7D64F83}" presName="topConnNode2" presStyleLbl="node2" presStyleIdx="0" presStyleCnt="0"/>
      <dgm:spPr/>
    </dgm:pt>
    <dgm:pt modelId="{8C2F6C9D-87E2-4B26-AEDA-5DCF40F8C091}" type="pres">
      <dgm:prSet presAssocID="{68DD939F-5174-491C-A540-0BFDD7D64F83}" presName="hierChild4" presStyleCnt="0"/>
      <dgm:spPr/>
    </dgm:pt>
    <dgm:pt modelId="{2EF74E61-9B95-415F-9463-DFC544E807A8}" type="pres">
      <dgm:prSet presAssocID="{68DD939F-5174-491C-A540-0BFDD7D64F83}" presName="hierChild5" presStyleCnt="0"/>
      <dgm:spPr/>
    </dgm:pt>
    <dgm:pt modelId="{19D8796A-E832-4D56-B97B-B76EFD5842DF}" type="pres">
      <dgm:prSet presAssocID="{7E2EACF6-4E9E-4428-8142-9A182754D3C5}" presName="Name28" presStyleLbl="parChTrans1D2" presStyleIdx="2" presStyleCnt="4"/>
      <dgm:spPr/>
    </dgm:pt>
    <dgm:pt modelId="{33F85262-E011-487D-BA45-0D6A5CD448FC}" type="pres">
      <dgm:prSet presAssocID="{809F821F-C9B3-4BC7-803A-C1877B5BB106}" presName="hierRoot2" presStyleCnt="0">
        <dgm:presLayoutVars>
          <dgm:hierBranch val="init"/>
        </dgm:presLayoutVars>
      </dgm:prSet>
      <dgm:spPr/>
    </dgm:pt>
    <dgm:pt modelId="{B25FC419-5AEA-4152-8A6D-658FB188CB04}" type="pres">
      <dgm:prSet presAssocID="{809F821F-C9B3-4BC7-803A-C1877B5BB106}" presName="rootComposite2" presStyleCnt="0"/>
      <dgm:spPr/>
    </dgm:pt>
    <dgm:pt modelId="{90D51B1D-D30F-4601-92DE-C236AAF809A1}" type="pres">
      <dgm:prSet presAssocID="{809F821F-C9B3-4BC7-803A-C1877B5BB106}" presName="rootText2" presStyleLbl="alignAcc1" presStyleIdx="0" presStyleCnt="0" custScaleX="149952" custScaleY="186027">
        <dgm:presLayoutVars>
          <dgm:chPref val="3"/>
        </dgm:presLayoutVars>
      </dgm:prSet>
      <dgm:spPr/>
    </dgm:pt>
    <dgm:pt modelId="{03CEBA45-C41A-4266-A353-59B8829D60D8}" type="pres">
      <dgm:prSet presAssocID="{809F821F-C9B3-4BC7-803A-C1877B5BB106}" presName="topArc2" presStyleLbl="parChTrans1D1" presStyleIdx="8" presStyleCnt="12"/>
      <dgm:spPr/>
    </dgm:pt>
    <dgm:pt modelId="{5E24245E-5B05-4B3D-BB77-C368225DDC9F}" type="pres">
      <dgm:prSet presAssocID="{809F821F-C9B3-4BC7-803A-C1877B5BB106}" presName="bottomArc2" presStyleLbl="parChTrans1D1" presStyleIdx="9" presStyleCnt="12"/>
      <dgm:spPr/>
    </dgm:pt>
    <dgm:pt modelId="{1B7F2F1C-2B1C-480E-AB06-15D78F6AC263}" type="pres">
      <dgm:prSet presAssocID="{809F821F-C9B3-4BC7-803A-C1877B5BB106}" presName="topConnNode2" presStyleLbl="node2" presStyleIdx="0" presStyleCnt="0"/>
      <dgm:spPr/>
    </dgm:pt>
    <dgm:pt modelId="{1AFD25A5-579B-413F-AF89-557EDA1CFFA5}" type="pres">
      <dgm:prSet presAssocID="{809F821F-C9B3-4BC7-803A-C1877B5BB106}" presName="hierChild4" presStyleCnt="0"/>
      <dgm:spPr/>
    </dgm:pt>
    <dgm:pt modelId="{DBB8752B-3865-4254-957B-FCF5567B2954}" type="pres">
      <dgm:prSet presAssocID="{809F821F-C9B3-4BC7-803A-C1877B5BB106}" presName="hierChild5" presStyleCnt="0"/>
      <dgm:spPr/>
    </dgm:pt>
    <dgm:pt modelId="{02B0ACCA-9D88-4E38-B964-41E24EF10DAD}" type="pres">
      <dgm:prSet presAssocID="{C3054648-B087-41B0-8633-B17A584E6F54}" presName="hierChild3" presStyleCnt="0"/>
      <dgm:spPr/>
    </dgm:pt>
    <dgm:pt modelId="{705DABCF-CF14-4968-81AB-52B2EC0A29CD}" type="pres">
      <dgm:prSet presAssocID="{4D093CEE-F7E8-47D9-983F-C235FD0487D1}" presName="Name101" presStyleLbl="parChTrans1D2" presStyleIdx="3" presStyleCnt="4"/>
      <dgm:spPr/>
    </dgm:pt>
    <dgm:pt modelId="{1AA0F4DB-E357-489D-BDF4-EA4C628F8C54}" type="pres">
      <dgm:prSet presAssocID="{28B815BA-2524-4FE7-BA0D-224DED95D242}" presName="hierRoot3" presStyleCnt="0">
        <dgm:presLayoutVars>
          <dgm:hierBranch val="init"/>
        </dgm:presLayoutVars>
      </dgm:prSet>
      <dgm:spPr/>
    </dgm:pt>
    <dgm:pt modelId="{456E98A2-1B23-4AD7-B965-105CB19B24F4}" type="pres">
      <dgm:prSet presAssocID="{28B815BA-2524-4FE7-BA0D-224DED95D242}" presName="rootComposite3" presStyleCnt="0"/>
      <dgm:spPr/>
    </dgm:pt>
    <dgm:pt modelId="{3B832A3F-1E24-461F-A44D-5100F7CC336C}" type="pres">
      <dgm:prSet presAssocID="{28B815BA-2524-4FE7-BA0D-224DED95D242}" presName="rootText3" presStyleLbl="alignAcc1" presStyleIdx="0" presStyleCnt="0" custScaleX="181628" custScaleY="218446">
        <dgm:presLayoutVars>
          <dgm:chPref val="3"/>
        </dgm:presLayoutVars>
      </dgm:prSet>
      <dgm:spPr/>
    </dgm:pt>
    <dgm:pt modelId="{2BFDA605-F05F-4964-AC61-1C79715E962E}" type="pres">
      <dgm:prSet presAssocID="{28B815BA-2524-4FE7-BA0D-224DED95D242}" presName="topArc3" presStyleLbl="parChTrans1D1" presStyleIdx="10" presStyleCnt="12"/>
      <dgm:spPr/>
    </dgm:pt>
    <dgm:pt modelId="{86315360-B381-4680-B0EB-E75D436189C9}" type="pres">
      <dgm:prSet presAssocID="{28B815BA-2524-4FE7-BA0D-224DED95D242}" presName="bottomArc3" presStyleLbl="parChTrans1D1" presStyleIdx="11" presStyleCnt="12"/>
      <dgm:spPr/>
    </dgm:pt>
    <dgm:pt modelId="{AAA98146-F7D0-42F7-A46E-7D13821502CD}" type="pres">
      <dgm:prSet presAssocID="{28B815BA-2524-4FE7-BA0D-224DED95D242}" presName="topConnNode3" presStyleLbl="asst1" presStyleIdx="0" presStyleCnt="0"/>
      <dgm:spPr/>
    </dgm:pt>
    <dgm:pt modelId="{722B68E8-51A3-462F-97F7-940E76FD7D78}" type="pres">
      <dgm:prSet presAssocID="{28B815BA-2524-4FE7-BA0D-224DED95D242}" presName="hierChild6" presStyleCnt="0"/>
      <dgm:spPr/>
    </dgm:pt>
    <dgm:pt modelId="{F4F6DDF7-2116-40D3-96AB-DF00E0747338}" type="pres">
      <dgm:prSet presAssocID="{28B815BA-2524-4FE7-BA0D-224DED95D242}" presName="hierChild7" presStyleCnt="0"/>
      <dgm:spPr/>
    </dgm:pt>
  </dgm:ptLst>
  <dgm:cxnLst>
    <dgm:cxn modelId="{0A03D903-6BBE-4296-BC36-5D717302A89C}" type="presOf" srcId="{809F821F-C9B3-4BC7-803A-C1877B5BB106}" destId="{90D51B1D-D30F-4601-92DE-C236AAF809A1}" srcOrd="0" destOrd="0" presId="urn:microsoft.com/office/officeart/2008/layout/HalfCircleOrganizationChart"/>
    <dgm:cxn modelId="{DE974F0F-6D2F-47CE-B7A0-C85D34EA7A94}" type="presOf" srcId="{2BE071C8-7EF6-489A-9D32-012617E3745F}" destId="{509EAD63-74E1-418E-9B3B-3389701037CA}" srcOrd="0" destOrd="0" presId="urn:microsoft.com/office/officeart/2008/layout/HalfCircleOrganizationChart"/>
    <dgm:cxn modelId="{1C8C2910-A3A3-41AB-991E-0E93F54E9EA2}" srcId="{A6B02C1F-BBAE-453E-9458-BA994EB68EA7}" destId="{59F165DF-FA31-4912-8AAB-525EADCC0098}" srcOrd="0" destOrd="0" parTransId="{E301BF9E-A1B3-4376-809E-5064274002EE}" sibTransId="{67CCCCC7-1107-4EE4-BE91-B5E9E2312918}"/>
    <dgm:cxn modelId="{DE1C5021-5A3B-466B-A14B-0D96EA4EFB60}" type="presOf" srcId="{5B37D96E-E5F5-4E84-BB17-BEF43D4B5325}" destId="{7C422281-D9C1-43B9-B75E-C2EBB97D5724}" srcOrd="0" destOrd="0" presId="urn:microsoft.com/office/officeart/2008/layout/HalfCircleOrganizationChart"/>
    <dgm:cxn modelId="{4EC53624-4C44-4CA8-9E94-E81594DA44CE}" type="presOf" srcId="{E301BF9E-A1B3-4376-809E-5064274002EE}" destId="{63AC47BB-090D-44D0-A82A-CAF563D05CF2}" srcOrd="0" destOrd="0" presId="urn:microsoft.com/office/officeart/2008/layout/HalfCircleOrganizationChart"/>
    <dgm:cxn modelId="{50E7EF2B-1809-4FCC-96FA-6D0B6F2AA719}" type="presOf" srcId="{C3054648-B087-41B0-8633-B17A584E6F54}" destId="{06BF7730-3EC0-4B13-BDF1-1F422D4C99AF}" srcOrd="1" destOrd="0" presId="urn:microsoft.com/office/officeart/2008/layout/HalfCircleOrganizationChart"/>
    <dgm:cxn modelId="{E273B53D-34F3-4900-91C3-A537319A5186}" type="presOf" srcId="{4D093CEE-F7E8-47D9-983F-C235FD0487D1}" destId="{705DABCF-CF14-4968-81AB-52B2EC0A29CD}" srcOrd="0" destOrd="0" presId="urn:microsoft.com/office/officeart/2008/layout/HalfCircleOrganizationChart"/>
    <dgm:cxn modelId="{9BF3F443-0A5C-4A89-B572-6741AEDC7BDE}" type="presOf" srcId="{C3054648-B087-41B0-8633-B17A584E6F54}" destId="{428A0E4C-3A2E-47D3-9B81-C1391674829F}" srcOrd="0" destOrd="0" presId="urn:microsoft.com/office/officeart/2008/layout/HalfCircleOrganizationChart"/>
    <dgm:cxn modelId="{E0F73844-5923-4808-A9F3-66618CA44D5E}" type="presOf" srcId="{68DD939F-5174-491C-A540-0BFDD7D64F83}" destId="{7288F12E-FDD6-42D2-83B7-476147BDCB33}" srcOrd="0" destOrd="0" presId="urn:microsoft.com/office/officeart/2008/layout/HalfCircleOrganizationChart"/>
    <dgm:cxn modelId="{55120C6B-09CE-4E2F-8FD3-409D7D0A6A6E}" type="presOf" srcId="{59F165DF-FA31-4912-8AAB-525EADCC0098}" destId="{7A0B9750-E9F5-4ACB-9B04-529AD593C8D2}" srcOrd="0" destOrd="0" presId="urn:microsoft.com/office/officeart/2008/layout/HalfCircleOrganizationChart"/>
    <dgm:cxn modelId="{2F06A481-E8AB-4477-A980-6E7504E2D47C}" type="presOf" srcId="{A6B02C1F-BBAE-453E-9458-BA994EB68EA7}" destId="{30F61127-3E0A-4F1E-A122-003BA31BED90}" srcOrd="1" destOrd="0" presId="urn:microsoft.com/office/officeart/2008/layout/HalfCircleOrganizationChart"/>
    <dgm:cxn modelId="{0F6A9DA0-D246-4A72-9A40-93B1D58B303C}" srcId="{C3054648-B087-41B0-8633-B17A584E6F54}" destId="{A6B02C1F-BBAE-453E-9458-BA994EB68EA7}" srcOrd="1" destOrd="0" parTransId="{221EB485-A040-4939-8C81-A4A8EFEE1174}" sibTransId="{D7DA6440-71C8-478C-8F1A-9B1C53467C8D}"/>
    <dgm:cxn modelId="{B693CFA1-8021-4E49-9FD9-54101845AF70}" srcId="{C3054648-B087-41B0-8633-B17A584E6F54}" destId="{809F821F-C9B3-4BC7-803A-C1877B5BB106}" srcOrd="3" destOrd="0" parTransId="{7E2EACF6-4E9E-4428-8142-9A182754D3C5}" sibTransId="{D866137A-18E8-45D0-97E8-873E7B3060F2}"/>
    <dgm:cxn modelId="{B2673FA5-823D-4137-9E5B-5A9B274CBD42}" type="presOf" srcId="{A6B02C1F-BBAE-453E-9458-BA994EB68EA7}" destId="{480D520F-9EC7-42A9-972E-446938545AFB}" srcOrd="0" destOrd="0" presId="urn:microsoft.com/office/officeart/2008/layout/HalfCircleOrganizationChart"/>
    <dgm:cxn modelId="{42D450AE-28AD-417A-B31E-11610DB3F6E4}" type="presOf" srcId="{28B815BA-2524-4FE7-BA0D-224DED95D242}" destId="{AAA98146-F7D0-42F7-A46E-7D13821502CD}" srcOrd="1" destOrd="0" presId="urn:microsoft.com/office/officeart/2008/layout/HalfCircleOrganizationChart"/>
    <dgm:cxn modelId="{8408D6B8-D6D0-46C5-AC89-5ACCA6FD0925}" type="presOf" srcId="{59F165DF-FA31-4912-8AAB-525EADCC0098}" destId="{76442816-52E5-4258-9633-8696038E132E}" srcOrd="1" destOrd="0" presId="urn:microsoft.com/office/officeart/2008/layout/HalfCircleOrganizationChart"/>
    <dgm:cxn modelId="{122B90BC-1054-4CCF-9E07-8C45C2A65E2E}" srcId="{C3054648-B087-41B0-8633-B17A584E6F54}" destId="{28B815BA-2524-4FE7-BA0D-224DED95D242}" srcOrd="0" destOrd="0" parTransId="{4D093CEE-F7E8-47D9-983F-C235FD0487D1}" sibTransId="{86A3B216-AD93-403D-AB2A-B7909E1BFEDF}"/>
    <dgm:cxn modelId="{C00263BE-2D13-464E-8EA5-ED69FBAF8BFC}" srcId="{2BE071C8-7EF6-489A-9D32-012617E3745F}" destId="{C3054648-B087-41B0-8633-B17A584E6F54}" srcOrd="0" destOrd="0" parTransId="{2A44DA45-CB77-4D8A-A04C-4047411FF3DC}" sibTransId="{515EDD27-832B-428F-9B25-ADBEBBFC9759}"/>
    <dgm:cxn modelId="{F6D914D6-CA96-46FC-8FE7-4EC833D3B798}" type="presOf" srcId="{809F821F-C9B3-4BC7-803A-C1877B5BB106}" destId="{1B7F2F1C-2B1C-480E-AB06-15D78F6AC263}" srcOrd="1" destOrd="0" presId="urn:microsoft.com/office/officeart/2008/layout/HalfCircleOrganizationChart"/>
    <dgm:cxn modelId="{3B3D19DB-C4A3-4BDC-BB88-BC7823CAC95B}" srcId="{C3054648-B087-41B0-8633-B17A584E6F54}" destId="{68DD939F-5174-491C-A540-0BFDD7D64F83}" srcOrd="2" destOrd="0" parTransId="{5B37D96E-E5F5-4E84-BB17-BEF43D4B5325}" sibTransId="{F94261C1-9C09-4A09-8EFB-E63B54113219}"/>
    <dgm:cxn modelId="{B55A1FED-F0F8-40DF-B327-F160B24159BB}" type="presOf" srcId="{28B815BA-2524-4FE7-BA0D-224DED95D242}" destId="{3B832A3F-1E24-461F-A44D-5100F7CC336C}" srcOrd="0" destOrd="0" presId="urn:microsoft.com/office/officeart/2008/layout/HalfCircleOrganizationChart"/>
    <dgm:cxn modelId="{DD968AED-7D68-430C-AF05-E1C51C071898}" type="presOf" srcId="{7E2EACF6-4E9E-4428-8142-9A182754D3C5}" destId="{19D8796A-E832-4D56-B97B-B76EFD5842DF}" srcOrd="0" destOrd="0" presId="urn:microsoft.com/office/officeart/2008/layout/HalfCircleOrganizationChart"/>
    <dgm:cxn modelId="{D97813F2-D294-4AB8-85D4-D85488671F89}" type="presOf" srcId="{221EB485-A040-4939-8C81-A4A8EFEE1174}" destId="{57552EA6-6CDC-4FB8-969D-BF130B058686}" srcOrd="0" destOrd="0" presId="urn:microsoft.com/office/officeart/2008/layout/HalfCircleOrganizationChart"/>
    <dgm:cxn modelId="{067CB5F2-8567-4AC9-A6C1-F3C3FB3702D1}" type="presOf" srcId="{68DD939F-5174-491C-A540-0BFDD7D64F83}" destId="{69BFDCAA-6693-4F16-AB24-4AACA4D681BC}" srcOrd="1" destOrd="0" presId="urn:microsoft.com/office/officeart/2008/layout/HalfCircleOrganizationChart"/>
    <dgm:cxn modelId="{BD56E28A-9320-4561-8DA6-6E85DDAA51F4}" type="presParOf" srcId="{509EAD63-74E1-418E-9B3B-3389701037CA}" destId="{8474CD68-DB55-4857-B8FD-2C888CF9DD21}" srcOrd="0" destOrd="0" presId="urn:microsoft.com/office/officeart/2008/layout/HalfCircleOrganizationChart"/>
    <dgm:cxn modelId="{D6F3A0CD-1CD1-4261-9233-3BF8765CCEE3}" type="presParOf" srcId="{8474CD68-DB55-4857-B8FD-2C888CF9DD21}" destId="{AFE83769-F7CD-4583-BB27-3223B153D1AA}" srcOrd="0" destOrd="0" presId="urn:microsoft.com/office/officeart/2008/layout/HalfCircleOrganizationChart"/>
    <dgm:cxn modelId="{03F3EACA-1F96-41FF-A14B-86BF74CC9552}" type="presParOf" srcId="{AFE83769-F7CD-4583-BB27-3223B153D1AA}" destId="{428A0E4C-3A2E-47D3-9B81-C1391674829F}" srcOrd="0" destOrd="0" presId="urn:microsoft.com/office/officeart/2008/layout/HalfCircleOrganizationChart"/>
    <dgm:cxn modelId="{454DF463-9720-4B5B-B635-88984F596CB3}" type="presParOf" srcId="{AFE83769-F7CD-4583-BB27-3223B153D1AA}" destId="{E7C144C4-B5E0-40D1-92BE-9449578760FF}" srcOrd="1" destOrd="0" presId="urn:microsoft.com/office/officeart/2008/layout/HalfCircleOrganizationChart"/>
    <dgm:cxn modelId="{E581230E-CFBD-41EF-9731-E5DC5322BA27}" type="presParOf" srcId="{AFE83769-F7CD-4583-BB27-3223B153D1AA}" destId="{224282EA-D8CC-4129-A658-1BD9059C62B3}" srcOrd="2" destOrd="0" presId="urn:microsoft.com/office/officeart/2008/layout/HalfCircleOrganizationChart"/>
    <dgm:cxn modelId="{275F880A-338E-4AE8-8EC4-8BD3949B8CB9}" type="presParOf" srcId="{AFE83769-F7CD-4583-BB27-3223B153D1AA}" destId="{06BF7730-3EC0-4B13-BDF1-1F422D4C99AF}" srcOrd="3" destOrd="0" presId="urn:microsoft.com/office/officeart/2008/layout/HalfCircleOrganizationChart"/>
    <dgm:cxn modelId="{5C15ED47-9A67-46D3-8F56-371997A1DED0}" type="presParOf" srcId="{8474CD68-DB55-4857-B8FD-2C888CF9DD21}" destId="{E9CA889E-27B0-47B5-BC32-79AA6C6F86C3}" srcOrd="1" destOrd="0" presId="urn:microsoft.com/office/officeart/2008/layout/HalfCircleOrganizationChart"/>
    <dgm:cxn modelId="{B4F209EF-D5A2-4E2E-8C06-DF951ADF9599}" type="presParOf" srcId="{E9CA889E-27B0-47B5-BC32-79AA6C6F86C3}" destId="{57552EA6-6CDC-4FB8-969D-BF130B058686}" srcOrd="0" destOrd="0" presId="urn:microsoft.com/office/officeart/2008/layout/HalfCircleOrganizationChart"/>
    <dgm:cxn modelId="{E9108123-5167-40D8-BC3D-373894622478}" type="presParOf" srcId="{E9CA889E-27B0-47B5-BC32-79AA6C6F86C3}" destId="{BA4BE732-833D-4465-898D-55D3D5B84651}" srcOrd="1" destOrd="0" presId="urn:microsoft.com/office/officeart/2008/layout/HalfCircleOrganizationChart"/>
    <dgm:cxn modelId="{56688317-3269-402D-A004-7F3E09E55ECE}" type="presParOf" srcId="{BA4BE732-833D-4465-898D-55D3D5B84651}" destId="{3E0C209D-606E-4100-8F7F-D8263AFA25E9}" srcOrd="0" destOrd="0" presId="urn:microsoft.com/office/officeart/2008/layout/HalfCircleOrganizationChart"/>
    <dgm:cxn modelId="{8DE4C49C-57E2-4960-8A2D-67D18F49A31E}" type="presParOf" srcId="{3E0C209D-606E-4100-8F7F-D8263AFA25E9}" destId="{480D520F-9EC7-42A9-972E-446938545AFB}" srcOrd="0" destOrd="0" presId="urn:microsoft.com/office/officeart/2008/layout/HalfCircleOrganizationChart"/>
    <dgm:cxn modelId="{77C00AE0-50D3-4560-BD9B-7B03762D64C3}" type="presParOf" srcId="{3E0C209D-606E-4100-8F7F-D8263AFA25E9}" destId="{0CAD747B-EE68-4F7D-A888-F0B4CFB5400D}" srcOrd="1" destOrd="0" presId="urn:microsoft.com/office/officeart/2008/layout/HalfCircleOrganizationChart"/>
    <dgm:cxn modelId="{BB55766F-C6FB-4D22-AD4D-420DC156A2CF}" type="presParOf" srcId="{3E0C209D-606E-4100-8F7F-D8263AFA25E9}" destId="{B1BF9D57-D6CA-4822-B146-8E92F7D692D4}" srcOrd="2" destOrd="0" presId="urn:microsoft.com/office/officeart/2008/layout/HalfCircleOrganizationChart"/>
    <dgm:cxn modelId="{7935C51D-9AC0-45BA-AC6B-6AB3ABCFF0D8}" type="presParOf" srcId="{3E0C209D-606E-4100-8F7F-D8263AFA25E9}" destId="{30F61127-3E0A-4F1E-A122-003BA31BED90}" srcOrd="3" destOrd="0" presId="urn:microsoft.com/office/officeart/2008/layout/HalfCircleOrganizationChart"/>
    <dgm:cxn modelId="{85417DB0-54DB-4490-9778-F1FA28299F82}" type="presParOf" srcId="{BA4BE732-833D-4465-898D-55D3D5B84651}" destId="{0BEB494F-DD71-4E63-A2B0-EF0C700E3F6B}" srcOrd="1" destOrd="0" presId="urn:microsoft.com/office/officeart/2008/layout/HalfCircleOrganizationChart"/>
    <dgm:cxn modelId="{382C584E-0A6D-42F7-8955-6B68BDB0AB33}" type="presParOf" srcId="{0BEB494F-DD71-4E63-A2B0-EF0C700E3F6B}" destId="{63AC47BB-090D-44D0-A82A-CAF563D05CF2}" srcOrd="0" destOrd="0" presId="urn:microsoft.com/office/officeart/2008/layout/HalfCircleOrganizationChart"/>
    <dgm:cxn modelId="{B034D200-39D4-4778-8977-165AAA1264AF}" type="presParOf" srcId="{0BEB494F-DD71-4E63-A2B0-EF0C700E3F6B}" destId="{E37C1E13-60E5-4CD3-B122-FCBA0A6DC2DB}" srcOrd="1" destOrd="0" presId="urn:microsoft.com/office/officeart/2008/layout/HalfCircleOrganizationChart"/>
    <dgm:cxn modelId="{28550DB4-11AA-413C-AECF-AFB51E55D97B}" type="presParOf" srcId="{E37C1E13-60E5-4CD3-B122-FCBA0A6DC2DB}" destId="{BC704490-08C1-4282-A7D4-74155BA08536}" srcOrd="0" destOrd="0" presId="urn:microsoft.com/office/officeart/2008/layout/HalfCircleOrganizationChart"/>
    <dgm:cxn modelId="{36125638-ECA0-4C83-B000-77159B0451B1}" type="presParOf" srcId="{BC704490-08C1-4282-A7D4-74155BA08536}" destId="{7A0B9750-E9F5-4ACB-9B04-529AD593C8D2}" srcOrd="0" destOrd="0" presId="urn:microsoft.com/office/officeart/2008/layout/HalfCircleOrganizationChart"/>
    <dgm:cxn modelId="{0EC45DA4-1D75-48CD-8D08-A2A83C33EBCD}" type="presParOf" srcId="{BC704490-08C1-4282-A7D4-74155BA08536}" destId="{3CE34D10-6159-46B7-98DB-72C30191683D}" srcOrd="1" destOrd="0" presId="urn:microsoft.com/office/officeart/2008/layout/HalfCircleOrganizationChart"/>
    <dgm:cxn modelId="{893952C4-2226-4B7F-8249-382173E6D9AF}" type="presParOf" srcId="{BC704490-08C1-4282-A7D4-74155BA08536}" destId="{5A2E8A40-35AD-4EC0-AB20-CF6749EA74A5}" srcOrd="2" destOrd="0" presId="urn:microsoft.com/office/officeart/2008/layout/HalfCircleOrganizationChart"/>
    <dgm:cxn modelId="{EA4600FC-D749-49DB-9017-E72F66959229}" type="presParOf" srcId="{BC704490-08C1-4282-A7D4-74155BA08536}" destId="{76442816-52E5-4258-9633-8696038E132E}" srcOrd="3" destOrd="0" presId="urn:microsoft.com/office/officeart/2008/layout/HalfCircleOrganizationChart"/>
    <dgm:cxn modelId="{D0B9E276-650B-43AE-A1EB-A36C21BCD473}" type="presParOf" srcId="{E37C1E13-60E5-4CD3-B122-FCBA0A6DC2DB}" destId="{88575A0C-2B04-4A0E-B812-64696DC5A855}" srcOrd="1" destOrd="0" presId="urn:microsoft.com/office/officeart/2008/layout/HalfCircleOrganizationChart"/>
    <dgm:cxn modelId="{58D12C1D-9B6A-48A9-8806-E8A85A5C6290}" type="presParOf" srcId="{E37C1E13-60E5-4CD3-B122-FCBA0A6DC2DB}" destId="{F86DFBB8-5926-4BAB-8D46-6D20DAEE012D}" srcOrd="2" destOrd="0" presId="urn:microsoft.com/office/officeart/2008/layout/HalfCircleOrganizationChart"/>
    <dgm:cxn modelId="{C80AB06A-2F2B-4AA9-8734-67814B560366}" type="presParOf" srcId="{BA4BE732-833D-4465-898D-55D3D5B84651}" destId="{A7FDDA6F-F01B-418C-9FB3-3AD6C46A80A5}" srcOrd="2" destOrd="0" presId="urn:microsoft.com/office/officeart/2008/layout/HalfCircleOrganizationChart"/>
    <dgm:cxn modelId="{F9DF07B7-5272-42DD-9C30-DA3FA112DDCC}" type="presParOf" srcId="{E9CA889E-27B0-47B5-BC32-79AA6C6F86C3}" destId="{7C422281-D9C1-43B9-B75E-C2EBB97D5724}" srcOrd="2" destOrd="0" presId="urn:microsoft.com/office/officeart/2008/layout/HalfCircleOrganizationChart"/>
    <dgm:cxn modelId="{F71CF1B9-FA94-404F-AA2D-F3CDBFC5B893}" type="presParOf" srcId="{E9CA889E-27B0-47B5-BC32-79AA6C6F86C3}" destId="{4C775A41-C8CE-494D-9526-58068E5AA0C3}" srcOrd="3" destOrd="0" presId="urn:microsoft.com/office/officeart/2008/layout/HalfCircleOrganizationChart"/>
    <dgm:cxn modelId="{4C265F37-91AE-4A0C-B39E-B1821C4BA41D}" type="presParOf" srcId="{4C775A41-C8CE-494D-9526-58068E5AA0C3}" destId="{2530CCF2-8422-48E6-A8E8-97C42F4DA8D4}" srcOrd="0" destOrd="0" presId="urn:microsoft.com/office/officeart/2008/layout/HalfCircleOrganizationChart"/>
    <dgm:cxn modelId="{F63DD77C-0706-4FA1-BA6F-0F0035E132F2}" type="presParOf" srcId="{2530CCF2-8422-48E6-A8E8-97C42F4DA8D4}" destId="{7288F12E-FDD6-42D2-83B7-476147BDCB33}" srcOrd="0" destOrd="0" presId="urn:microsoft.com/office/officeart/2008/layout/HalfCircleOrganizationChart"/>
    <dgm:cxn modelId="{F9FA0C1F-1D8B-488E-A508-79440D9D083C}" type="presParOf" srcId="{2530CCF2-8422-48E6-A8E8-97C42F4DA8D4}" destId="{85E82F50-5442-43BA-96F0-F6058F787A59}" srcOrd="1" destOrd="0" presId="urn:microsoft.com/office/officeart/2008/layout/HalfCircleOrganizationChart"/>
    <dgm:cxn modelId="{11C0A649-1A9B-4332-AD13-A6AA5674CBE6}" type="presParOf" srcId="{2530CCF2-8422-48E6-A8E8-97C42F4DA8D4}" destId="{F849FBB1-F978-493A-AD9B-1223C76A898A}" srcOrd="2" destOrd="0" presId="urn:microsoft.com/office/officeart/2008/layout/HalfCircleOrganizationChart"/>
    <dgm:cxn modelId="{96B57356-C2A6-4EC9-A745-7116B0CD8B94}" type="presParOf" srcId="{2530CCF2-8422-48E6-A8E8-97C42F4DA8D4}" destId="{69BFDCAA-6693-4F16-AB24-4AACA4D681BC}" srcOrd="3" destOrd="0" presId="urn:microsoft.com/office/officeart/2008/layout/HalfCircleOrganizationChart"/>
    <dgm:cxn modelId="{9E6809BB-C332-4B4F-86B1-807A46994AC6}" type="presParOf" srcId="{4C775A41-C8CE-494D-9526-58068E5AA0C3}" destId="{8C2F6C9D-87E2-4B26-AEDA-5DCF40F8C091}" srcOrd="1" destOrd="0" presId="urn:microsoft.com/office/officeart/2008/layout/HalfCircleOrganizationChart"/>
    <dgm:cxn modelId="{11179C47-4236-4CB6-9BA0-DFF7ADDE32AC}" type="presParOf" srcId="{4C775A41-C8CE-494D-9526-58068E5AA0C3}" destId="{2EF74E61-9B95-415F-9463-DFC544E807A8}" srcOrd="2" destOrd="0" presId="urn:microsoft.com/office/officeart/2008/layout/HalfCircleOrganizationChart"/>
    <dgm:cxn modelId="{D259782E-9C2E-4743-8B7D-5F3EC9F8BE2D}" type="presParOf" srcId="{E9CA889E-27B0-47B5-BC32-79AA6C6F86C3}" destId="{19D8796A-E832-4D56-B97B-B76EFD5842DF}" srcOrd="4" destOrd="0" presId="urn:microsoft.com/office/officeart/2008/layout/HalfCircleOrganizationChart"/>
    <dgm:cxn modelId="{B99BD7D5-12BA-49A9-B638-65FFAADCDF47}" type="presParOf" srcId="{E9CA889E-27B0-47B5-BC32-79AA6C6F86C3}" destId="{33F85262-E011-487D-BA45-0D6A5CD448FC}" srcOrd="5" destOrd="0" presId="urn:microsoft.com/office/officeart/2008/layout/HalfCircleOrganizationChart"/>
    <dgm:cxn modelId="{9F89C89A-B385-487A-AD8C-B1713EF8BA74}" type="presParOf" srcId="{33F85262-E011-487D-BA45-0D6A5CD448FC}" destId="{B25FC419-5AEA-4152-8A6D-658FB188CB04}" srcOrd="0" destOrd="0" presId="urn:microsoft.com/office/officeart/2008/layout/HalfCircleOrganizationChart"/>
    <dgm:cxn modelId="{C3329D05-AFD4-453C-AF89-651BBE17CFAF}" type="presParOf" srcId="{B25FC419-5AEA-4152-8A6D-658FB188CB04}" destId="{90D51B1D-D30F-4601-92DE-C236AAF809A1}" srcOrd="0" destOrd="0" presId="urn:microsoft.com/office/officeart/2008/layout/HalfCircleOrganizationChart"/>
    <dgm:cxn modelId="{51BE3D57-FA18-4150-9713-F6864DA1D8DC}" type="presParOf" srcId="{B25FC419-5AEA-4152-8A6D-658FB188CB04}" destId="{03CEBA45-C41A-4266-A353-59B8829D60D8}" srcOrd="1" destOrd="0" presId="urn:microsoft.com/office/officeart/2008/layout/HalfCircleOrganizationChart"/>
    <dgm:cxn modelId="{A7C1329B-1540-4B15-83D7-6EB922F550AB}" type="presParOf" srcId="{B25FC419-5AEA-4152-8A6D-658FB188CB04}" destId="{5E24245E-5B05-4B3D-BB77-C368225DDC9F}" srcOrd="2" destOrd="0" presId="urn:microsoft.com/office/officeart/2008/layout/HalfCircleOrganizationChart"/>
    <dgm:cxn modelId="{1CD4F38A-90ED-46A0-A5A9-5D3849DBC8F0}" type="presParOf" srcId="{B25FC419-5AEA-4152-8A6D-658FB188CB04}" destId="{1B7F2F1C-2B1C-480E-AB06-15D78F6AC263}" srcOrd="3" destOrd="0" presId="urn:microsoft.com/office/officeart/2008/layout/HalfCircleOrganizationChart"/>
    <dgm:cxn modelId="{839C5D69-2559-483B-B20A-7FAE176FD6A4}" type="presParOf" srcId="{33F85262-E011-487D-BA45-0D6A5CD448FC}" destId="{1AFD25A5-579B-413F-AF89-557EDA1CFFA5}" srcOrd="1" destOrd="0" presId="urn:microsoft.com/office/officeart/2008/layout/HalfCircleOrganizationChart"/>
    <dgm:cxn modelId="{FC304003-7157-409C-9DFC-7AA745E35487}" type="presParOf" srcId="{33F85262-E011-487D-BA45-0D6A5CD448FC}" destId="{DBB8752B-3865-4254-957B-FCF5567B2954}" srcOrd="2" destOrd="0" presId="urn:microsoft.com/office/officeart/2008/layout/HalfCircleOrganizationChart"/>
    <dgm:cxn modelId="{6F2A9AA9-C228-4C46-A3B4-BE2517A9376D}" type="presParOf" srcId="{8474CD68-DB55-4857-B8FD-2C888CF9DD21}" destId="{02B0ACCA-9D88-4E38-B964-41E24EF10DAD}" srcOrd="2" destOrd="0" presId="urn:microsoft.com/office/officeart/2008/layout/HalfCircleOrganizationChart"/>
    <dgm:cxn modelId="{A7D76CD6-4211-4C0B-AA98-6E5BACB5303B}" type="presParOf" srcId="{02B0ACCA-9D88-4E38-B964-41E24EF10DAD}" destId="{705DABCF-CF14-4968-81AB-52B2EC0A29CD}" srcOrd="0" destOrd="0" presId="urn:microsoft.com/office/officeart/2008/layout/HalfCircleOrganizationChart"/>
    <dgm:cxn modelId="{1E0FD96E-D182-4B5B-A488-C2410977ECC3}" type="presParOf" srcId="{02B0ACCA-9D88-4E38-B964-41E24EF10DAD}" destId="{1AA0F4DB-E357-489D-BDF4-EA4C628F8C54}" srcOrd="1" destOrd="0" presId="urn:microsoft.com/office/officeart/2008/layout/HalfCircleOrganizationChart"/>
    <dgm:cxn modelId="{A47F7CD5-270B-4EA3-88B2-6E129F1B8EC5}" type="presParOf" srcId="{1AA0F4DB-E357-489D-BDF4-EA4C628F8C54}" destId="{456E98A2-1B23-4AD7-B965-105CB19B24F4}" srcOrd="0" destOrd="0" presId="urn:microsoft.com/office/officeart/2008/layout/HalfCircleOrganizationChart"/>
    <dgm:cxn modelId="{1487D4F5-8209-412C-882A-7D96A702C257}" type="presParOf" srcId="{456E98A2-1B23-4AD7-B965-105CB19B24F4}" destId="{3B832A3F-1E24-461F-A44D-5100F7CC336C}" srcOrd="0" destOrd="0" presId="urn:microsoft.com/office/officeart/2008/layout/HalfCircleOrganizationChart"/>
    <dgm:cxn modelId="{068286AC-721C-4B10-81D1-91113476F0DC}" type="presParOf" srcId="{456E98A2-1B23-4AD7-B965-105CB19B24F4}" destId="{2BFDA605-F05F-4964-AC61-1C79715E962E}" srcOrd="1" destOrd="0" presId="urn:microsoft.com/office/officeart/2008/layout/HalfCircleOrganizationChart"/>
    <dgm:cxn modelId="{F3725296-33FF-4CE0-B8BF-6D03D50F22F0}" type="presParOf" srcId="{456E98A2-1B23-4AD7-B965-105CB19B24F4}" destId="{86315360-B381-4680-B0EB-E75D436189C9}" srcOrd="2" destOrd="0" presId="urn:microsoft.com/office/officeart/2008/layout/HalfCircleOrganizationChart"/>
    <dgm:cxn modelId="{0704EFE0-1F70-44CB-83FC-194811E3C3CE}" type="presParOf" srcId="{456E98A2-1B23-4AD7-B965-105CB19B24F4}" destId="{AAA98146-F7D0-42F7-A46E-7D13821502CD}" srcOrd="3" destOrd="0" presId="urn:microsoft.com/office/officeart/2008/layout/HalfCircleOrganizationChart"/>
    <dgm:cxn modelId="{3D2D767C-9725-4BCF-B967-F42640C2A84C}" type="presParOf" srcId="{1AA0F4DB-E357-489D-BDF4-EA4C628F8C54}" destId="{722B68E8-51A3-462F-97F7-940E76FD7D78}" srcOrd="1" destOrd="0" presId="urn:microsoft.com/office/officeart/2008/layout/HalfCircleOrganizationChart"/>
    <dgm:cxn modelId="{06503731-67DD-4A67-B9F3-06E92CA86EEA}" type="presParOf" srcId="{1AA0F4DB-E357-489D-BDF4-EA4C628F8C54}" destId="{F4F6DDF7-2116-40D3-96AB-DF00E0747338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FE43E1-8D8D-4CBB-842F-A9DB2618FD8B}">
      <dsp:nvSpPr>
        <dsp:cNvPr id="0" name=""/>
        <dsp:cNvSpPr/>
      </dsp:nvSpPr>
      <dsp:spPr>
        <a:xfrm>
          <a:off x="0" y="4360507"/>
          <a:ext cx="7869836" cy="7153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In addition to these factors, it is generally observed that the teaching and learning of science (including physics) in Namibia is still dominated by teacher-cantered approaches that do not promote students 'active learning.</a:t>
          </a:r>
        </a:p>
      </dsp:txBody>
      <dsp:txXfrm>
        <a:off x="0" y="4360507"/>
        <a:ext cx="7869836" cy="715377"/>
      </dsp:txXfrm>
    </dsp:sp>
    <dsp:sp modelId="{7CE11281-0717-4958-A5C6-40EB8814FD94}">
      <dsp:nvSpPr>
        <dsp:cNvPr id="0" name=""/>
        <dsp:cNvSpPr/>
      </dsp:nvSpPr>
      <dsp:spPr>
        <a:xfrm rot="10800000">
          <a:off x="0" y="3270987"/>
          <a:ext cx="7869836" cy="1100250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The lack of sufficient infrastructure and equipment coupled with curriculum changes and noticeable lack of sufficient science teachers are some of the key factors affecting effective learning</a:t>
          </a:r>
        </a:p>
      </dsp:txBody>
      <dsp:txXfrm rot="10800000">
        <a:off x="0" y="3270987"/>
        <a:ext cx="7869836" cy="714909"/>
      </dsp:txXfrm>
    </dsp:sp>
    <dsp:sp modelId="{09C92AA5-247E-4E58-832E-6B45A2EEAD46}">
      <dsp:nvSpPr>
        <dsp:cNvPr id="0" name=""/>
        <dsp:cNvSpPr/>
      </dsp:nvSpPr>
      <dsp:spPr>
        <a:xfrm rot="10800000">
          <a:off x="0" y="2181467"/>
          <a:ext cx="7869836" cy="1100250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However, effective teaching and learning of science in general, and physics has encountered challenges in recent decades.</a:t>
          </a:r>
        </a:p>
      </dsp:txBody>
      <dsp:txXfrm rot="10800000">
        <a:off x="0" y="2181467"/>
        <a:ext cx="7869836" cy="714909"/>
      </dsp:txXfrm>
    </dsp:sp>
    <dsp:sp modelId="{6ADD564A-1FA1-4A64-9553-2B3CBA6455A9}">
      <dsp:nvSpPr>
        <dsp:cNvPr id="0" name=""/>
        <dsp:cNvSpPr/>
      </dsp:nvSpPr>
      <dsp:spPr>
        <a:xfrm rot="10800000">
          <a:off x="0" y="1091947"/>
          <a:ext cx="7869836" cy="1100250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The current Namibian educational policy fosters the teaching of sciences as a means towards building a knowledge-based economy.</a:t>
          </a:r>
        </a:p>
      </dsp:txBody>
      <dsp:txXfrm rot="10800000">
        <a:off x="0" y="1091947"/>
        <a:ext cx="7869836" cy="714909"/>
      </dsp:txXfrm>
    </dsp:sp>
    <dsp:sp modelId="{8F7F9C6E-6B09-48B5-B54A-5AB00787C1E5}">
      <dsp:nvSpPr>
        <dsp:cNvPr id="0" name=""/>
        <dsp:cNvSpPr/>
      </dsp:nvSpPr>
      <dsp:spPr>
        <a:xfrm rot="10800000">
          <a:off x="0" y="2427"/>
          <a:ext cx="7869836" cy="1100250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In Namibia, the teaching of science, technology and mathematics (STEM) is being prioritized to speed up its economic development </a:t>
          </a:r>
        </a:p>
      </dsp:txBody>
      <dsp:txXfrm rot="10800000">
        <a:off x="0" y="2427"/>
        <a:ext cx="7869836" cy="7149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B2493B-C1F8-46B3-B3A2-36001F2D91B9}">
      <dsp:nvSpPr>
        <dsp:cNvPr id="0" name=""/>
        <dsp:cNvSpPr/>
      </dsp:nvSpPr>
      <dsp:spPr>
        <a:xfrm>
          <a:off x="1836959" y="2446233"/>
          <a:ext cx="366997" cy="15780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83498" y="0"/>
              </a:lnTo>
              <a:lnTo>
                <a:pt x="183498" y="1578088"/>
              </a:lnTo>
              <a:lnTo>
                <a:pt x="366997" y="1578088"/>
              </a:lnTo>
            </a:path>
          </a:pathLst>
        </a:custGeom>
        <a:noFill/>
        <a:ln w="12700" cap="flat" cmpd="sng" algn="in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95A0A5-350C-428B-830D-EADCE23BDBE5}">
      <dsp:nvSpPr>
        <dsp:cNvPr id="0" name=""/>
        <dsp:cNvSpPr/>
      </dsp:nvSpPr>
      <dsp:spPr>
        <a:xfrm>
          <a:off x="1836959" y="2446233"/>
          <a:ext cx="366997" cy="7890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83498" y="0"/>
              </a:lnTo>
              <a:lnTo>
                <a:pt x="183498" y="789044"/>
              </a:lnTo>
              <a:lnTo>
                <a:pt x="366997" y="789044"/>
              </a:lnTo>
            </a:path>
          </a:pathLst>
        </a:custGeom>
        <a:noFill/>
        <a:ln w="12700" cap="flat" cmpd="sng" algn="in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F82A0C-A3D5-4AC2-A20F-C896015CE805}">
      <dsp:nvSpPr>
        <dsp:cNvPr id="0" name=""/>
        <dsp:cNvSpPr/>
      </dsp:nvSpPr>
      <dsp:spPr>
        <a:xfrm>
          <a:off x="1836959" y="2400513"/>
          <a:ext cx="3669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66997" y="45720"/>
              </a:lnTo>
            </a:path>
          </a:pathLst>
        </a:custGeom>
        <a:noFill/>
        <a:ln w="12700" cap="flat" cmpd="sng" algn="in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EEEDFC-7507-4F95-9574-A44168CCF7DF}">
      <dsp:nvSpPr>
        <dsp:cNvPr id="0" name=""/>
        <dsp:cNvSpPr/>
      </dsp:nvSpPr>
      <dsp:spPr>
        <a:xfrm>
          <a:off x="1836959" y="1657189"/>
          <a:ext cx="366997" cy="789044"/>
        </a:xfrm>
        <a:custGeom>
          <a:avLst/>
          <a:gdLst/>
          <a:ahLst/>
          <a:cxnLst/>
          <a:rect l="0" t="0" r="0" b="0"/>
          <a:pathLst>
            <a:path>
              <a:moveTo>
                <a:pt x="0" y="789044"/>
              </a:moveTo>
              <a:lnTo>
                <a:pt x="183498" y="789044"/>
              </a:lnTo>
              <a:lnTo>
                <a:pt x="183498" y="0"/>
              </a:lnTo>
              <a:lnTo>
                <a:pt x="366997" y="0"/>
              </a:lnTo>
            </a:path>
          </a:pathLst>
        </a:custGeom>
        <a:noFill/>
        <a:ln w="12700" cap="flat" cmpd="sng" algn="in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A4A1E8-DAEE-4CA1-A132-52FB09987931}">
      <dsp:nvSpPr>
        <dsp:cNvPr id="0" name=""/>
        <dsp:cNvSpPr/>
      </dsp:nvSpPr>
      <dsp:spPr>
        <a:xfrm>
          <a:off x="1836959" y="868145"/>
          <a:ext cx="366997" cy="1578088"/>
        </a:xfrm>
        <a:custGeom>
          <a:avLst/>
          <a:gdLst/>
          <a:ahLst/>
          <a:cxnLst/>
          <a:rect l="0" t="0" r="0" b="0"/>
          <a:pathLst>
            <a:path>
              <a:moveTo>
                <a:pt x="0" y="1578088"/>
              </a:moveTo>
              <a:lnTo>
                <a:pt x="183498" y="1578088"/>
              </a:lnTo>
              <a:lnTo>
                <a:pt x="183498" y="0"/>
              </a:lnTo>
              <a:lnTo>
                <a:pt x="366997" y="0"/>
              </a:lnTo>
            </a:path>
          </a:pathLst>
        </a:custGeom>
        <a:noFill/>
        <a:ln w="12700" cap="flat" cmpd="sng" algn="in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98EEE6-9827-41FA-9C66-C465130F5309}">
      <dsp:nvSpPr>
        <dsp:cNvPr id="0" name=""/>
        <dsp:cNvSpPr/>
      </dsp:nvSpPr>
      <dsp:spPr>
        <a:xfrm>
          <a:off x="1973" y="2166398"/>
          <a:ext cx="1834986" cy="5596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Factors affecting the performance in Physics</a:t>
          </a:r>
        </a:p>
      </dsp:txBody>
      <dsp:txXfrm>
        <a:off x="1973" y="2166398"/>
        <a:ext cx="1834986" cy="559670"/>
      </dsp:txXfrm>
    </dsp:sp>
    <dsp:sp modelId="{89127B60-EA2E-4C68-BF96-4176EBF435B8}">
      <dsp:nvSpPr>
        <dsp:cNvPr id="0" name=""/>
        <dsp:cNvSpPr/>
      </dsp:nvSpPr>
      <dsp:spPr>
        <a:xfrm>
          <a:off x="2203956" y="588309"/>
          <a:ext cx="1834986" cy="5596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lack of appropriate teaching materials and qualified teachers, </a:t>
          </a:r>
        </a:p>
      </dsp:txBody>
      <dsp:txXfrm>
        <a:off x="2203956" y="588309"/>
        <a:ext cx="1834986" cy="559670"/>
      </dsp:txXfrm>
    </dsp:sp>
    <dsp:sp modelId="{FFF95B52-66A4-4819-9C63-7AA02E455A1D}">
      <dsp:nvSpPr>
        <dsp:cNvPr id="0" name=""/>
        <dsp:cNvSpPr/>
      </dsp:nvSpPr>
      <dsp:spPr>
        <a:xfrm>
          <a:off x="2203956" y="1377353"/>
          <a:ext cx="1834986" cy="5596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traditional teaching methods, </a:t>
          </a:r>
        </a:p>
      </dsp:txBody>
      <dsp:txXfrm>
        <a:off x="2203956" y="1377353"/>
        <a:ext cx="1834986" cy="559670"/>
      </dsp:txXfrm>
    </dsp:sp>
    <dsp:sp modelId="{00A25885-C23B-4A35-9DFE-0C32B41B9256}">
      <dsp:nvSpPr>
        <dsp:cNvPr id="0" name=""/>
        <dsp:cNvSpPr/>
      </dsp:nvSpPr>
      <dsp:spPr>
        <a:xfrm>
          <a:off x="2203956" y="2166398"/>
          <a:ext cx="1834986" cy="5596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lack of mathematics skills, </a:t>
          </a:r>
        </a:p>
      </dsp:txBody>
      <dsp:txXfrm>
        <a:off x="2203956" y="2166398"/>
        <a:ext cx="1834986" cy="559670"/>
      </dsp:txXfrm>
    </dsp:sp>
    <dsp:sp modelId="{1B565127-91D7-4B39-9308-55E88FB93FDC}">
      <dsp:nvSpPr>
        <dsp:cNvPr id="0" name=""/>
        <dsp:cNvSpPr/>
      </dsp:nvSpPr>
      <dsp:spPr>
        <a:xfrm>
          <a:off x="2203956" y="2955442"/>
          <a:ext cx="1834986" cy="5596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student epistemologies and misconceptions </a:t>
          </a:r>
        </a:p>
      </dsp:txBody>
      <dsp:txXfrm>
        <a:off x="2203956" y="2955442"/>
        <a:ext cx="1834986" cy="559670"/>
      </dsp:txXfrm>
    </dsp:sp>
    <dsp:sp modelId="{A13AEC18-B27E-4945-BFA5-168B4C1287A5}">
      <dsp:nvSpPr>
        <dsp:cNvPr id="0" name=""/>
        <dsp:cNvSpPr/>
      </dsp:nvSpPr>
      <dsp:spPr>
        <a:xfrm>
          <a:off x="2203956" y="3744486"/>
          <a:ext cx="1834986" cy="5596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The physics instruction approaches</a:t>
          </a:r>
        </a:p>
      </dsp:txBody>
      <dsp:txXfrm>
        <a:off x="2203956" y="3744486"/>
        <a:ext cx="1834986" cy="5596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4F3383-7FBA-47A9-AA88-7F560F318DC0}">
      <dsp:nvSpPr>
        <dsp:cNvPr id="0" name=""/>
        <dsp:cNvSpPr/>
      </dsp:nvSpPr>
      <dsp:spPr>
        <a:xfrm rot="5400000">
          <a:off x="5484002" y="-2196815"/>
          <a:ext cx="978554" cy="562191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Generated by learners by engaging in relevant questions (</a:t>
          </a:r>
          <a:r>
            <a:rPr lang="en-GB" sz="1400" kern="1200" dirty="0">
              <a:solidFill>
                <a:srgbClr val="FF0000"/>
              </a:solidFill>
            </a:rPr>
            <a:t>feasible </a:t>
          </a:r>
          <a:r>
            <a:rPr lang="en-US" sz="1400" kern="1200" dirty="0">
              <a:solidFill>
                <a:srgbClr val="FF0000"/>
              </a:solidFill>
            </a:rPr>
            <a:t>to consider, worthwhile, contextualized, meaningful, and ethical</a:t>
          </a:r>
          <a:r>
            <a:rPr lang="en-US" sz="1400" kern="1200" dirty="0"/>
            <a:t>)</a:t>
          </a:r>
          <a:endParaRPr lang="en-GB" sz="1400" kern="1200" dirty="0">
            <a:solidFill>
              <a:srgbClr val="FF0000"/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Related to learners' lives, communities in which they reside, &amp; real-world happenings. </a:t>
          </a:r>
          <a:endParaRPr lang="en-GB" sz="1400" kern="1200" dirty="0"/>
        </a:p>
      </dsp:txBody>
      <dsp:txXfrm rot="-5400000">
        <a:off x="3162325" y="172631"/>
        <a:ext cx="5574141" cy="883016"/>
      </dsp:txXfrm>
    </dsp:sp>
    <dsp:sp modelId="{4B4B0D00-4A07-46E0-ACA4-8C6496F6BCAD}">
      <dsp:nvSpPr>
        <dsp:cNvPr id="0" name=""/>
        <dsp:cNvSpPr/>
      </dsp:nvSpPr>
      <dsp:spPr>
        <a:xfrm>
          <a:off x="0" y="2543"/>
          <a:ext cx="3162324" cy="12231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Purposeful &amp; Authentic experience </a:t>
          </a:r>
          <a:endParaRPr lang="en-GB" sz="2400" kern="1200" dirty="0"/>
        </a:p>
      </dsp:txBody>
      <dsp:txXfrm>
        <a:off x="59711" y="62254"/>
        <a:ext cx="3042902" cy="1103771"/>
      </dsp:txXfrm>
    </dsp:sp>
    <dsp:sp modelId="{C1B22C1C-2339-4E3C-AD70-9B548B1E46F0}">
      <dsp:nvSpPr>
        <dsp:cNvPr id="0" name=""/>
        <dsp:cNvSpPr/>
      </dsp:nvSpPr>
      <dsp:spPr>
        <a:xfrm rot="5400000">
          <a:off x="5484002" y="-912462"/>
          <a:ext cx="978554" cy="562191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Projects should feature deep integration with course content and be rooted in core subject areas, helping to deepen and build student knowledge of important topics</a:t>
          </a:r>
          <a:endParaRPr lang="en-GB" sz="1400" kern="1200" dirty="0"/>
        </a:p>
      </dsp:txBody>
      <dsp:txXfrm rot="-5400000">
        <a:off x="3162325" y="1456984"/>
        <a:ext cx="5574141" cy="883016"/>
      </dsp:txXfrm>
    </dsp:sp>
    <dsp:sp modelId="{B42A69EE-21A3-4FCB-B9D5-7E387607D11B}">
      <dsp:nvSpPr>
        <dsp:cNvPr id="0" name=""/>
        <dsp:cNvSpPr/>
      </dsp:nvSpPr>
      <dsp:spPr>
        <a:xfrm>
          <a:off x="0" y="1286895"/>
          <a:ext cx="3162324" cy="12231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Deep integration with subject content</a:t>
          </a:r>
          <a:endParaRPr lang="en-GB" sz="2400" kern="1200" dirty="0"/>
        </a:p>
      </dsp:txBody>
      <dsp:txXfrm>
        <a:off x="59711" y="1346606"/>
        <a:ext cx="3042902" cy="1103771"/>
      </dsp:txXfrm>
    </dsp:sp>
    <dsp:sp modelId="{4E22DF62-5660-4496-8D48-21A8E5FC1259}">
      <dsp:nvSpPr>
        <dsp:cNvPr id="0" name=""/>
        <dsp:cNvSpPr/>
      </dsp:nvSpPr>
      <dsp:spPr>
        <a:xfrm rot="5400000">
          <a:off x="5484002" y="371890"/>
          <a:ext cx="978554" cy="562191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Quality PBL benefits from collaborative peer-to-peer interactions and trusting student-teacher relationships.</a:t>
          </a:r>
          <a:endParaRPr lang="en-GB" sz="1400" kern="1200" dirty="0"/>
        </a:p>
      </dsp:txBody>
      <dsp:txXfrm rot="-5400000">
        <a:off x="3162325" y="2741337"/>
        <a:ext cx="5574141" cy="883016"/>
      </dsp:txXfrm>
    </dsp:sp>
    <dsp:sp modelId="{9CD70637-C324-47B6-A9E7-C022F9401F2E}">
      <dsp:nvSpPr>
        <dsp:cNvPr id="0" name=""/>
        <dsp:cNvSpPr/>
      </dsp:nvSpPr>
      <dsp:spPr>
        <a:xfrm>
          <a:off x="0" y="2571248"/>
          <a:ext cx="3162324" cy="12231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Meaningful &amp; supportive relationships </a:t>
          </a:r>
          <a:endParaRPr lang="en-GB" sz="2400" kern="1200" dirty="0"/>
        </a:p>
      </dsp:txBody>
      <dsp:txXfrm>
        <a:off x="59711" y="2630959"/>
        <a:ext cx="3042902" cy="1103771"/>
      </dsp:txXfrm>
    </dsp:sp>
    <dsp:sp modelId="{92B90C6B-C4C4-4221-B741-FE660C99E87B}">
      <dsp:nvSpPr>
        <dsp:cNvPr id="0" name=""/>
        <dsp:cNvSpPr/>
      </dsp:nvSpPr>
      <dsp:spPr>
        <a:xfrm>
          <a:off x="0" y="3855601"/>
          <a:ext cx="3162324" cy="12231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Evidence-Based teaching &amp; assessment practices</a:t>
          </a:r>
          <a:endParaRPr lang="en-GB" sz="2400" kern="1200" dirty="0"/>
        </a:p>
      </dsp:txBody>
      <dsp:txXfrm>
        <a:off x="59711" y="3915312"/>
        <a:ext cx="3042902" cy="110377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5DABCF-CF14-4968-81AB-52B2EC0A29CD}">
      <dsp:nvSpPr>
        <dsp:cNvPr id="0" name=""/>
        <dsp:cNvSpPr/>
      </dsp:nvSpPr>
      <dsp:spPr>
        <a:xfrm>
          <a:off x="3443154" y="871165"/>
          <a:ext cx="926478" cy="900639"/>
        </a:xfrm>
        <a:custGeom>
          <a:avLst/>
          <a:gdLst/>
          <a:ahLst/>
          <a:cxnLst/>
          <a:rect l="0" t="0" r="0" b="0"/>
          <a:pathLst>
            <a:path>
              <a:moveTo>
                <a:pt x="926478" y="0"/>
              </a:moveTo>
              <a:lnTo>
                <a:pt x="926478" y="900639"/>
              </a:lnTo>
              <a:lnTo>
                <a:pt x="0" y="900639"/>
              </a:lnTo>
            </a:path>
          </a:pathLst>
        </a:custGeom>
        <a:noFill/>
        <a:ln w="12700" cap="flat" cmpd="sng" algn="in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D8796A-E832-4D56-B97B-B76EFD5842DF}">
      <dsp:nvSpPr>
        <dsp:cNvPr id="0" name=""/>
        <dsp:cNvSpPr/>
      </dsp:nvSpPr>
      <dsp:spPr>
        <a:xfrm>
          <a:off x="4369632" y="871165"/>
          <a:ext cx="2941161" cy="20972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51611"/>
              </a:lnTo>
              <a:lnTo>
                <a:pt x="2941161" y="1951611"/>
              </a:lnTo>
              <a:lnTo>
                <a:pt x="2941161" y="2097230"/>
              </a:lnTo>
            </a:path>
          </a:pathLst>
        </a:custGeom>
        <a:noFill/>
        <a:ln w="12700" cap="flat" cmpd="sng" algn="in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422281-D9C1-43B9-B75E-C2EBB97D5724}">
      <dsp:nvSpPr>
        <dsp:cNvPr id="0" name=""/>
        <dsp:cNvSpPr/>
      </dsp:nvSpPr>
      <dsp:spPr>
        <a:xfrm>
          <a:off x="4369632" y="871165"/>
          <a:ext cx="522917" cy="20972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51611"/>
              </a:lnTo>
              <a:lnTo>
                <a:pt x="522917" y="1951611"/>
              </a:lnTo>
              <a:lnTo>
                <a:pt x="522917" y="2097230"/>
              </a:lnTo>
            </a:path>
          </a:pathLst>
        </a:custGeom>
        <a:noFill/>
        <a:ln w="12700" cap="flat" cmpd="sng" algn="in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AC47BB-090D-44D0-A82A-CAF563D05CF2}">
      <dsp:nvSpPr>
        <dsp:cNvPr id="0" name=""/>
        <dsp:cNvSpPr/>
      </dsp:nvSpPr>
      <dsp:spPr>
        <a:xfrm>
          <a:off x="1951388" y="4040649"/>
          <a:ext cx="1948071" cy="6214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1481"/>
              </a:lnTo>
              <a:lnTo>
                <a:pt x="1948071" y="621481"/>
              </a:lnTo>
            </a:path>
          </a:pathLst>
        </a:custGeom>
        <a:noFill/>
        <a:ln w="12700" cap="flat" cmpd="sng" algn="in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552EA6-6CDC-4FB8-969D-BF130B058686}">
      <dsp:nvSpPr>
        <dsp:cNvPr id="0" name=""/>
        <dsp:cNvSpPr/>
      </dsp:nvSpPr>
      <dsp:spPr>
        <a:xfrm>
          <a:off x="1951388" y="871165"/>
          <a:ext cx="2418243" cy="2097230"/>
        </a:xfrm>
        <a:custGeom>
          <a:avLst/>
          <a:gdLst/>
          <a:ahLst/>
          <a:cxnLst/>
          <a:rect l="0" t="0" r="0" b="0"/>
          <a:pathLst>
            <a:path>
              <a:moveTo>
                <a:pt x="2418243" y="0"/>
              </a:moveTo>
              <a:lnTo>
                <a:pt x="2418243" y="1951611"/>
              </a:lnTo>
              <a:lnTo>
                <a:pt x="0" y="1951611"/>
              </a:lnTo>
              <a:lnTo>
                <a:pt x="0" y="2097230"/>
              </a:lnTo>
            </a:path>
          </a:pathLst>
        </a:custGeom>
        <a:noFill/>
        <a:ln w="12700" cap="flat" cmpd="sng" algn="in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C144C4-B5E0-40D1-92BE-9449578760FF}">
      <dsp:nvSpPr>
        <dsp:cNvPr id="0" name=""/>
        <dsp:cNvSpPr/>
      </dsp:nvSpPr>
      <dsp:spPr>
        <a:xfrm>
          <a:off x="3904317" y="4677"/>
          <a:ext cx="930629" cy="866487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in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4282EA-D8CC-4129-A658-1BD9059C62B3}">
      <dsp:nvSpPr>
        <dsp:cNvPr id="0" name=""/>
        <dsp:cNvSpPr/>
      </dsp:nvSpPr>
      <dsp:spPr>
        <a:xfrm>
          <a:off x="3904317" y="4677"/>
          <a:ext cx="930629" cy="866487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in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8A0E4C-3A2E-47D3-9B81-C1391674829F}">
      <dsp:nvSpPr>
        <dsp:cNvPr id="0" name=""/>
        <dsp:cNvSpPr/>
      </dsp:nvSpPr>
      <dsp:spPr>
        <a:xfrm>
          <a:off x="3439003" y="160645"/>
          <a:ext cx="1861258" cy="554552"/>
        </a:xfrm>
        <a:prstGeom prst="rect">
          <a:avLst/>
        </a:prstGeom>
        <a:noFill/>
        <a:ln w="12700" cap="flat" cmpd="sng" algn="in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rgbClr val="FFC000"/>
              </a:solidFill>
            </a:rPr>
            <a:t>TOPIC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bg1"/>
              </a:solidFill>
            </a:rPr>
            <a:t>Energy </a:t>
          </a:r>
          <a:endParaRPr lang="en-GB" sz="1200" kern="1200" dirty="0">
            <a:solidFill>
              <a:schemeClr val="bg1"/>
            </a:solidFill>
          </a:endParaRPr>
        </a:p>
      </dsp:txBody>
      <dsp:txXfrm>
        <a:off x="3439003" y="160645"/>
        <a:ext cx="1861258" cy="554552"/>
      </dsp:txXfrm>
    </dsp:sp>
    <dsp:sp modelId="{0CAD747B-EE68-4F7D-A888-F0B4CFB5400D}">
      <dsp:nvSpPr>
        <dsp:cNvPr id="0" name=""/>
        <dsp:cNvSpPr/>
      </dsp:nvSpPr>
      <dsp:spPr>
        <a:xfrm>
          <a:off x="1170029" y="2968395"/>
          <a:ext cx="1562719" cy="1072254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in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BF9D57-D6CA-4822-B146-8E92F7D692D4}">
      <dsp:nvSpPr>
        <dsp:cNvPr id="0" name=""/>
        <dsp:cNvSpPr/>
      </dsp:nvSpPr>
      <dsp:spPr>
        <a:xfrm>
          <a:off x="1170029" y="2968395"/>
          <a:ext cx="1562719" cy="1072254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in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0D520F-9EC7-42A9-972E-446938545AFB}">
      <dsp:nvSpPr>
        <dsp:cNvPr id="0" name=""/>
        <dsp:cNvSpPr/>
      </dsp:nvSpPr>
      <dsp:spPr>
        <a:xfrm>
          <a:off x="388669" y="3161401"/>
          <a:ext cx="3125438" cy="686242"/>
        </a:xfrm>
        <a:prstGeom prst="rect">
          <a:avLst/>
        </a:prstGeom>
        <a:noFill/>
        <a:ln w="12700" cap="flat" cmpd="sng" algn="in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rgbClr val="FFFF00"/>
              </a:solidFill>
            </a:rPr>
            <a:t>SCENARIO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bg1"/>
              </a:solidFill>
            </a:rPr>
            <a:t>Provide alternative energy sources &amp; solutions to problems arising from fossil fuel </a:t>
          </a:r>
          <a:endParaRPr lang="en-GB" sz="1200" kern="1200" dirty="0">
            <a:solidFill>
              <a:schemeClr val="bg1"/>
            </a:solidFill>
          </a:endParaRPr>
        </a:p>
      </dsp:txBody>
      <dsp:txXfrm>
        <a:off x="388669" y="3161401"/>
        <a:ext cx="3125438" cy="686242"/>
      </dsp:txXfrm>
    </dsp:sp>
    <dsp:sp modelId="{3CE34D10-6159-46B7-98DB-72C30191683D}">
      <dsp:nvSpPr>
        <dsp:cNvPr id="0" name=""/>
        <dsp:cNvSpPr/>
      </dsp:nvSpPr>
      <dsp:spPr>
        <a:xfrm>
          <a:off x="3613152" y="4331887"/>
          <a:ext cx="2385895" cy="1041604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in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2E8A40-35AD-4EC0-AB20-CF6749EA74A5}">
      <dsp:nvSpPr>
        <dsp:cNvPr id="0" name=""/>
        <dsp:cNvSpPr/>
      </dsp:nvSpPr>
      <dsp:spPr>
        <a:xfrm>
          <a:off x="3613152" y="4331887"/>
          <a:ext cx="2385895" cy="1041604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in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0B9750-E9F5-4ACB-9B04-529AD593C8D2}">
      <dsp:nvSpPr>
        <dsp:cNvPr id="0" name=""/>
        <dsp:cNvSpPr/>
      </dsp:nvSpPr>
      <dsp:spPr>
        <a:xfrm>
          <a:off x="2420204" y="4519376"/>
          <a:ext cx="4771791" cy="666627"/>
        </a:xfrm>
        <a:prstGeom prst="rect">
          <a:avLst/>
        </a:prstGeom>
        <a:noFill/>
        <a:ln w="12700" cap="flat" cmpd="sng" algn="in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rgbClr val="FFFF00"/>
              </a:solidFill>
            </a:rPr>
            <a:t>CULMANATING ACTIVITY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bg1"/>
              </a:solidFill>
            </a:rPr>
            <a:t>Learners present their assessments and alternative solutions models to panel of research committee</a:t>
          </a:r>
          <a:endParaRPr lang="en-GB" sz="1200" kern="1200" dirty="0">
            <a:solidFill>
              <a:schemeClr val="bg1"/>
            </a:solidFill>
          </a:endParaRPr>
        </a:p>
      </dsp:txBody>
      <dsp:txXfrm>
        <a:off x="2420204" y="4519376"/>
        <a:ext cx="4771791" cy="666627"/>
      </dsp:txXfrm>
    </dsp:sp>
    <dsp:sp modelId="{85E82F50-5442-43BA-96F0-F6058F787A59}">
      <dsp:nvSpPr>
        <dsp:cNvPr id="0" name=""/>
        <dsp:cNvSpPr/>
      </dsp:nvSpPr>
      <dsp:spPr>
        <a:xfrm>
          <a:off x="4348947" y="2968395"/>
          <a:ext cx="1087204" cy="1181690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in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49FBB1-F978-493A-AD9B-1223C76A898A}">
      <dsp:nvSpPr>
        <dsp:cNvPr id="0" name=""/>
        <dsp:cNvSpPr/>
      </dsp:nvSpPr>
      <dsp:spPr>
        <a:xfrm>
          <a:off x="4348947" y="2968395"/>
          <a:ext cx="1087204" cy="1181690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in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88F12E-FDD6-42D2-83B7-476147BDCB33}">
      <dsp:nvSpPr>
        <dsp:cNvPr id="0" name=""/>
        <dsp:cNvSpPr/>
      </dsp:nvSpPr>
      <dsp:spPr>
        <a:xfrm>
          <a:off x="3805345" y="3181100"/>
          <a:ext cx="2174408" cy="756281"/>
        </a:xfrm>
        <a:prstGeom prst="rect">
          <a:avLst/>
        </a:prstGeom>
        <a:noFill/>
        <a:ln w="12700" cap="flat" cmpd="sng" algn="in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rgbClr val="FFFF00"/>
              </a:solidFill>
            </a:rPr>
            <a:t>PROBLEM QUESTION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bg1"/>
              </a:solidFill>
            </a:rPr>
            <a:t>How do we minimize the impact of fossil fuel  on the environment</a:t>
          </a:r>
          <a:endParaRPr lang="en-GB" sz="1200" kern="1200" dirty="0">
            <a:solidFill>
              <a:schemeClr val="bg1"/>
            </a:solidFill>
          </a:endParaRPr>
        </a:p>
      </dsp:txBody>
      <dsp:txXfrm>
        <a:off x="3805345" y="3181100"/>
        <a:ext cx="2174408" cy="756281"/>
      </dsp:txXfrm>
    </dsp:sp>
    <dsp:sp modelId="{03CEBA45-C41A-4266-A353-59B8829D60D8}">
      <dsp:nvSpPr>
        <dsp:cNvPr id="0" name=""/>
        <dsp:cNvSpPr/>
      </dsp:nvSpPr>
      <dsp:spPr>
        <a:xfrm>
          <a:off x="6790892" y="2968395"/>
          <a:ext cx="1039801" cy="1289954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in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E24245E-5B05-4B3D-BB77-C368225DDC9F}">
      <dsp:nvSpPr>
        <dsp:cNvPr id="0" name=""/>
        <dsp:cNvSpPr/>
      </dsp:nvSpPr>
      <dsp:spPr>
        <a:xfrm>
          <a:off x="6790892" y="2968395"/>
          <a:ext cx="1039801" cy="1289954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in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D51B1D-D30F-4601-92DE-C236AAF809A1}">
      <dsp:nvSpPr>
        <dsp:cNvPr id="0" name=""/>
        <dsp:cNvSpPr/>
      </dsp:nvSpPr>
      <dsp:spPr>
        <a:xfrm>
          <a:off x="6270991" y="3200587"/>
          <a:ext cx="2079603" cy="825570"/>
        </a:xfrm>
        <a:prstGeom prst="rect">
          <a:avLst/>
        </a:prstGeom>
        <a:noFill/>
        <a:ln w="12700" cap="flat" cmpd="sng" algn="in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rgbClr val="FFFF00"/>
              </a:solidFill>
            </a:rPr>
            <a:t>STUDENT ROLE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bg1"/>
              </a:solidFill>
            </a:rPr>
            <a:t>Learners are members of the research Team</a:t>
          </a:r>
          <a:endParaRPr lang="en-GB" sz="1200" kern="1200" dirty="0">
            <a:solidFill>
              <a:schemeClr val="bg1"/>
            </a:solidFill>
          </a:endParaRPr>
        </a:p>
      </dsp:txBody>
      <dsp:txXfrm>
        <a:off x="6270991" y="3200587"/>
        <a:ext cx="2079603" cy="825570"/>
      </dsp:txXfrm>
    </dsp:sp>
    <dsp:sp modelId="{2BFDA605-F05F-4964-AC61-1C79715E962E}">
      <dsp:nvSpPr>
        <dsp:cNvPr id="0" name=""/>
        <dsp:cNvSpPr/>
      </dsp:nvSpPr>
      <dsp:spPr>
        <a:xfrm>
          <a:off x="2334837" y="1162403"/>
          <a:ext cx="1259450" cy="1514755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in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315360-B381-4680-B0EB-E75D436189C9}">
      <dsp:nvSpPr>
        <dsp:cNvPr id="0" name=""/>
        <dsp:cNvSpPr/>
      </dsp:nvSpPr>
      <dsp:spPr>
        <a:xfrm>
          <a:off x="2334837" y="1162403"/>
          <a:ext cx="1259450" cy="1514755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in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832A3F-1E24-461F-A44D-5100F7CC336C}">
      <dsp:nvSpPr>
        <dsp:cNvPr id="0" name=""/>
        <dsp:cNvSpPr/>
      </dsp:nvSpPr>
      <dsp:spPr>
        <a:xfrm>
          <a:off x="1705112" y="1435058"/>
          <a:ext cx="2518901" cy="969443"/>
        </a:xfrm>
        <a:prstGeom prst="rect">
          <a:avLst/>
        </a:prstGeom>
        <a:noFill/>
        <a:ln w="12700" cap="flat" cmpd="sng" algn="in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rgbClr val="FFFF00"/>
              </a:solidFill>
            </a:rPr>
            <a:t>THEME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bg1"/>
              </a:solidFill>
            </a:rPr>
            <a:t>Effect of energy crisis on people and</a:t>
          </a:r>
          <a:endParaRPr lang="en-GB" sz="1200" b="1" kern="1200" dirty="0">
            <a:solidFill>
              <a:schemeClr val="bg1"/>
            </a:solidFill>
          </a:endParaRP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>
              <a:solidFill>
                <a:schemeClr val="bg1"/>
              </a:solidFill>
            </a:rPr>
            <a:t>the environment</a:t>
          </a:r>
          <a:endParaRPr lang="en-US" sz="1200" b="1" kern="1200" dirty="0">
            <a:solidFill>
              <a:schemeClr val="bg1"/>
            </a:solidFill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200" kern="1200" dirty="0"/>
        </a:p>
      </dsp:txBody>
      <dsp:txXfrm>
        <a:off x="1705112" y="1435058"/>
        <a:ext cx="2518901" cy="9694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579F3AA4-E0EA-42FD-A271-BAEDEC0927CC}" type="datetimeFigureOut">
              <a:rPr lang="en-US" smtClean="0"/>
              <a:t>10/2/2022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1A0ED3DB-AEA1-40EB-A569-3F76B233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35933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EFF1B012-DD04-4B31-A494-A1BA265EDB77}" type="datetimeFigureOut">
              <a:rPr lang="en-ZA" smtClean="0"/>
              <a:pPr/>
              <a:t>2022/10/02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20813" y="1162050"/>
            <a:ext cx="41687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D2C26BE-5E2F-45FC-9CB2-AA4FF4FCAFA0}" type="slidenum">
              <a:rPr lang="en-ZA" smtClean="0"/>
              <a:pPr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384144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2C26BE-5E2F-45FC-9CB2-AA4FF4FCAFA0}" type="slidenum">
              <a:rPr lang="en-ZA" smtClean="0"/>
              <a:pPr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73081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6" title="Page Number Shape"/>
          <p:cNvSpPr/>
          <p:nvPr/>
        </p:nvSpPr>
        <p:spPr bwMode="auto">
          <a:xfrm>
            <a:off x="9697580" y="1324090"/>
            <a:ext cx="452895" cy="912063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6577" y="1272974"/>
            <a:ext cx="5856473" cy="4753176"/>
          </a:xfrm>
        </p:spPr>
        <p:txBody>
          <a:bodyPr anchor="t">
            <a:normAutofit/>
          </a:bodyPr>
          <a:lstStyle>
            <a:lvl1pPr algn="l">
              <a:lnSpc>
                <a:spcPct val="85000"/>
              </a:lnSpc>
              <a:defRPr sz="6439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6577" y="6166071"/>
            <a:ext cx="5856473" cy="786474"/>
          </a:xfrm>
        </p:spPr>
        <p:txBody>
          <a:bodyPr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sz="1998" b="0" i="1" baseline="0">
                <a:solidFill>
                  <a:schemeClr val="tx2"/>
                </a:solidFill>
              </a:defRPr>
            </a:lvl1pPr>
            <a:lvl2pPr marL="380653" indent="0" algn="ctr">
              <a:buNone/>
              <a:defRPr sz="1665"/>
            </a:lvl2pPr>
            <a:lvl3pPr marL="761307" indent="0" algn="ctr">
              <a:buNone/>
              <a:defRPr sz="1499"/>
            </a:lvl3pPr>
            <a:lvl4pPr marL="1141960" indent="0" algn="ctr">
              <a:buNone/>
              <a:defRPr sz="1332"/>
            </a:lvl4pPr>
            <a:lvl5pPr marL="1522613" indent="0" algn="ctr">
              <a:buNone/>
              <a:defRPr sz="1332"/>
            </a:lvl5pPr>
            <a:lvl6pPr marL="1903266" indent="0" algn="ctr">
              <a:buNone/>
              <a:defRPr sz="1332"/>
            </a:lvl6pPr>
            <a:lvl7pPr marL="2283920" indent="0" algn="ctr">
              <a:buNone/>
              <a:defRPr sz="1332"/>
            </a:lvl7pPr>
            <a:lvl8pPr marL="2664573" indent="0" algn="ctr">
              <a:buNone/>
              <a:defRPr sz="1332"/>
            </a:lvl8pPr>
            <a:lvl9pPr marL="3045226" indent="0" algn="ctr">
              <a:buNone/>
              <a:defRPr sz="133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06577" y="7030663"/>
            <a:ext cx="1329272" cy="406540"/>
          </a:xfrm>
        </p:spPr>
        <p:txBody>
          <a:bodyPr/>
          <a:lstStyle>
            <a:lvl1pPr algn="l">
              <a:defRPr sz="999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98149" y="7030663"/>
            <a:ext cx="4264900" cy="406540"/>
          </a:xfrm>
        </p:spPr>
        <p:txBody>
          <a:bodyPr/>
          <a:lstStyle>
            <a:lvl1pPr algn="l">
              <a:defRPr b="0">
                <a:solidFill>
                  <a:schemeClr val="tx2"/>
                </a:solidFill>
              </a:defRPr>
            </a:lvl1pPr>
          </a:lstStyle>
          <a:p>
            <a:r>
              <a:rPr lang="en-ZA"/>
              <a:t>Maria Amwaalanga 212036424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97580" y="1576853"/>
            <a:ext cx="452894" cy="406540"/>
          </a:xfrm>
        </p:spPr>
        <p:txBody>
          <a:bodyPr/>
          <a:lstStyle>
            <a:lvl1pPr algn="r"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B56E6150-8108-4B44-B0B0-BFDC52A0102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644274" y="1399910"/>
            <a:ext cx="0" cy="6235965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44274" y="1399910"/>
            <a:ext cx="0" cy="6235965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4709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ftr="0" dt="0"/>
  <p:extLst>
    <p:ext uri="{DCECCB84-F9BA-43D5-87BE-67443E8EF086}">
      <p15:sldGuideLst xmlns:p15="http://schemas.microsoft.com/office/powerpoint/2012/main">
        <p15:guide id="1" orient="horz" pos="79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Maria Amwaalanga 212036424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E6150-8108-4B44-B0B0-BFDC52A010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0193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 title="Page Number Shape"/>
          <p:cNvSpPr/>
          <p:nvPr/>
        </p:nvSpPr>
        <p:spPr bwMode="auto">
          <a:xfrm>
            <a:off x="9697580" y="1551835"/>
            <a:ext cx="452895" cy="912063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1540" y="2863424"/>
            <a:ext cx="6907397" cy="3658888"/>
          </a:xfrm>
        </p:spPr>
        <p:txBody>
          <a:bodyPr anchor="t">
            <a:normAutofit/>
          </a:bodyPr>
          <a:lstStyle>
            <a:lvl1pPr>
              <a:lnSpc>
                <a:spcPct val="85000"/>
              </a:lnSpc>
              <a:defRPr sz="6439" cap="all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1540" y="1551835"/>
            <a:ext cx="6994627" cy="912063"/>
          </a:xfrm>
        </p:spPr>
        <p:txBody>
          <a:bodyPr anchor="ctr">
            <a:normAutofit/>
          </a:bodyPr>
          <a:lstStyle>
            <a:lvl1pPr marL="0" indent="0" algn="r">
              <a:lnSpc>
                <a:spcPct val="113000"/>
              </a:lnSpc>
              <a:spcBef>
                <a:spcPts val="0"/>
              </a:spcBef>
              <a:buNone/>
              <a:defRPr sz="1998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80653" indent="0">
              <a:buNone/>
              <a:defRPr sz="1665">
                <a:solidFill>
                  <a:schemeClr val="tx1">
                    <a:tint val="75000"/>
                  </a:schemeClr>
                </a:solidFill>
              </a:defRPr>
            </a:lvl2pPr>
            <a:lvl3pPr marL="761307" indent="0">
              <a:buNone/>
              <a:defRPr sz="1499">
                <a:solidFill>
                  <a:schemeClr val="tx1">
                    <a:tint val="75000"/>
                  </a:schemeClr>
                </a:solidFill>
              </a:defRPr>
            </a:lvl3pPr>
            <a:lvl4pPr marL="1141960" indent="0">
              <a:buNone/>
              <a:defRPr sz="1332">
                <a:solidFill>
                  <a:schemeClr val="tx1">
                    <a:tint val="75000"/>
                  </a:schemeClr>
                </a:solidFill>
              </a:defRPr>
            </a:lvl4pPr>
            <a:lvl5pPr marL="1522613" indent="0">
              <a:buNone/>
              <a:defRPr sz="1332">
                <a:solidFill>
                  <a:schemeClr val="tx1">
                    <a:tint val="75000"/>
                  </a:schemeClr>
                </a:solidFill>
              </a:defRPr>
            </a:lvl5pPr>
            <a:lvl6pPr marL="1903266" indent="0">
              <a:buNone/>
              <a:defRPr sz="1332">
                <a:solidFill>
                  <a:schemeClr val="tx1">
                    <a:tint val="75000"/>
                  </a:schemeClr>
                </a:solidFill>
              </a:defRPr>
            </a:lvl6pPr>
            <a:lvl7pPr marL="2283920" indent="0">
              <a:buNone/>
              <a:defRPr sz="1332">
                <a:solidFill>
                  <a:schemeClr val="tx1">
                    <a:tint val="75000"/>
                  </a:schemeClr>
                </a:solidFill>
              </a:defRPr>
            </a:lvl7pPr>
            <a:lvl8pPr marL="2664573" indent="0">
              <a:buNone/>
              <a:defRPr sz="1332">
                <a:solidFill>
                  <a:schemeClr val="tx1">
                    <a:tint val="75000"/>
                  </a:schemeClr>
                </a:solidFill>
              </a:defRPr>
            </a:lvl8pPr>
            <a:lvl9pPr marL="3045226" indent="0">
              <a:buNone/>
              <a:defRPr sz="133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78965" y="7030662"/>
            <a:ext cx="1329272" cy="406540"/>
          </a:xfrm>
        </p:spPr>
        <p:txBody>
          <a:bodyPr/>
          <a:lstStyle>
            <a:lvl1pPr>
              <a:defRPr sz="999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1540" y="7030663"/>
            <a:ext cx="5395126" cy="406540"/>
          </a:xfrm>
        </p:spPr>
        <p:txBody>
          <a:bodyPr/>
          <a:lstStyle>
            <a:lvl1pPr>
              <a:defRPr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ZA"/>
              <a:t>Maria Amwaalanga 212036424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97580" y="1804598"/>
            <a:ext cx="452894" cy="40654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56E6150-8108-4B44-B0B0-BFDC52A0102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1" y="6878931"/>
            <a:ext cx="8528936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1" y="6878931"/>
            <a:ext cx="8528936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782523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0" pos="4842">
          <p15:clr>
            <a:srgbClr val="FBAE40"/>
          </p15:clr>
        </p15:guide>
        <p15:guide id="1" pos="645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13952" y="601949"/>
            <a:ext cx="5202118" cy="27712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13952" y="4133557"/>
            <a:ext cx="5202118" cy="276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Maria Amwaalanga 212036424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E6150-8108-4B44-B0B0-BFDC52A010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042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4405" y="621051"/>
            <a:ext cx="3189787" cy="55181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13952" y="621364"/>
            <a:ext cx="5207194" cy="1016794"/>
          </a:xfrm>
        </p:spPr>
        <p:txBody>
          <a:bodyPr anchor="b"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buNone/>
              <a:defRPr sz="2664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80653" indent="0">
              <a:buNone/>
              <a:defRPr sz="1665" b="1"/>
            </a:lvl2pPr>
            <a:lvl3pPr marL="761307" indent="0">
              <a:buNone/>
              <a:defRPr sz="1499" b="1"/>
            </a:lvl3pPr>
            <a:lvl4pPr marL="1141960" indent="0">
              <a:buNone/>
              <a:defRPr sz="1332" b="1"/>
            </a:lvl4pPr>
            <a:lvl5pPr marL="1522613" indent="0">
              <a:buNone/>
              <a:defRPr sz="1332" b="1"/>
            </a:lvl5pPr>
            <a:lvl6pPr marL="1903266" indent="0">
              <a:buNone/>
              <a:defRPr sz="1332" b="1"/>
            </a:lvl6pPr>
            <a:lvl7pPr marL="2283920" indent="0">
              <a:buNone/>
              <a:defRPr sz="1332" b="1"/>
            </a:lvl7pPr>
            <a:lvl8pPr marL="2664573" indent="0">
              <a:buNone/>
              <a:defRPr sz="1332" b="1"/>
            </a:lvl8pPr>
            <a:lvl9pPr marL="3045226" indent="0">
              <a:buNone/>
              <a:defRPr sz="133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13952" y="1699224"/>
            <a:ext cx="5207194" cy="19502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13952" y="4120598"/>
            <a:ext cx="5207194" cy="1017403"/>
          </a:xfrm>
        </p:spPr>
        <p:txBody>
          <a:bodyPr anchor="b">
            <a:normAutofit/>
          </a:bodyPr>
          <a:lstStyle>
            <a:lvl1pPr marL="0" indent="0">
              <a:buNone/>
              <a:defRPr sz="2664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80653" indent="0">
              <a:buNone/>
              <a:defRPr sz="1665" b="1"/>
            </a:lvl2pPr>
            <a:lvl3pPr marL="761307" indent="0">
              <a:buNone/>
              <a:defRPr sz="1499" b="1"/>
            </a:lvl3pPr>
            <a:lvl4pPr marL="1141960" indent="0">
              <a:buNone/>
              <a:defRPr sz="1332" b="1"/>
            </a:lvl4pPr>
            <a:lvl5pPr marL="1522613" indent="0">
              <a:buNone/>
              <a:defRPr sz="1332" b="1"/>
            </a:lvl5pPr>
            <a:lvl6pPr marL="1903266" indent="0">
              <a:buNone/>
              <a:defRPr sz="1332" b="1"/>
            </a:lvl6pPr>
            <a:lvl7pPr marL="2283920" indent="0">
              <a:buNone/>
              <a:defRPr sz="1332" b="1"/>
            </a:lvl7pPr>
            <a:lvl8pPr marL="2664573" indent="0">
              <a:buNone/>
              <a:defRPr sz="1332" b="1"/>
            </a:lvl8pPr>
            <a:lvl9pPr marL="3045226" indent="0">
              <a:buNone/>
              <a:defRPr sz="133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13952" y="5199066"/>
            <a:ext cx="5207194" cy="19508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Maria Amwaalanga 212036424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E6150-8108-4B44-B0B0-BFDC52A010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600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Maria Amwaalanga 212036424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E6150-8108-4B44-B0B0-BFDC52A010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642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Maria Amwaalanga 212036424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E6150-8108-4B44-B0B0-BFDC52A010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152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4405" y="618485"/>
            <a:ext cx="3195981" cy="2138916"/>
          </a:xfrm>
        </p:spPr>
        <p:txBody>
          <a:bodyPr anchor="t">
            <a:noAutofit/>
          </a:bodyPr>
          <a:lstStyle>
            <a:lvl1pPr>
              <a:lnSpc>
                <a:spcPct val="93000"/>
              </a:lnSpc>
              <a:defRPr sz="333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13952" y="628136"/>
            <a:ext cx="5202118" cy="6260398"/>
          </a:xfrm>
        </p:spPr>
        <p:txBody>
          <a:bodyPr/>
          <a:lstStyle>
            <a:lvl1pPr>
              <a:lnSpc>
                <a:spcPct val="112000"/>
              </a:lnSpc>
              <a:defRPr sz="2220"/>
            </a:lvl1pPr>
            <a:lvl2pPr>
              <a:lnSpc>
                <a:spcPct val="112000"/>
              </a:lnSpc>
              <a:defRPr sz="1998"/>
            </a:lvl2pPr>
            <a:lvl3pPr>
              <a:lnSpc>
                <a:spcPct val="112000"/>
              </a:lnSpc>
              <a:defRPr sz="1776"/>
            </a:lvl3pPr>
            <a:lvl4pPr>
              <a:lnSpc>
                <a:spcPct val="112000"/>
              </a:lnSpc>
              <a:defRPr sz="1554"/>
            </a:lvl4pPr>
            <a:lvl5pPr>
              <a:lnSpc>
                <a:spcPct val="112000"/>
              </a:lnSpc>
              <a:defRPr sz="1554"/>
            </a:lvl5pPr>
            <a:lvl6pPr>
              <a:defRPr sz="1554"/>
            </a:lvl6pPr>
            <a:lvl7pPr>
              <a:defRPr sz="1554"/>
            </a:lvl7pPr>
            <a:lvl8pPr>
              <a:defRPr sz="1554"/>
            </a:lvl8pPr>
            <a:lvl9pPr>
              <a:defRPr sz="155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4405" y="2918861"/>
            <a:ext cx="3195981" cy="3606984"/>
          </a:xfrm>
        </p:spPr>
        <p:txBody>
          <a:bodyPr>
            <a:normAutofit/>
          </a:bodyPr>
          <a:lstStyle>
            <a:lvl1pPr marL="0" indent="0" algn="r">
              <a:lnSpc>
                <a:spcPct val="125000"/>
              </a:lnSpc>
              <a:spcBef>
                <a:spcPts val="1332"/>
              </a:spcBef>
              <a:buNone/>
              <a:defRPr sz="1554"/>
            </a:lvl1pPr>
            <a:lvl2pPr marL="380653" indent="0">
              <a:buNone/>
              <a:defRPr sz="1166"/>
            </a:lvl2pPr>
            <a:lvl3pPr marL="761307" indent="0">
              <a:buNone/>
              <a:defRPr sz="999"/>
            </a:lvl3pPr>
            <a:lvl4pPr marL="1141960" indent="0">
              <a:buNone/>
              <a:defRPr sz="833"/>
            </a:lvl4pPr>
            <a:lvl5pPr marL="1522613" indent="0">
              <a:buNone/>
              <a:defRPr sz="833"/>
            </a:lvl5pPr>
            <a:lvl6pPr marL="1903266" indent="0">
              <a:buNone/>
              <a:defRPr sz="833"/>
            </a:lvl6pPr>
            <a:lvl7pPr marL="2283920" indent="0">
              <a:buNone/>
              <a:defRPr sz="833"/>
            </a:lvl7pPr>
            <a:lvl8pPr marL="2664573" indent="0">
              <a:buNone/>
              <a:defRPr sz="833"/>
            </a:lvl8pPr>
            <a:lvl9pPr marL="3045226" indent="0">
              <a:buNone/>
              <a:defRPr sz="8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Maria Amwaalanga 212036424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E6150-8108-4B44-B0B0-BFDC52A010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781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4406" y="620471"/>
            <a:ext cx="3199806" cy="2136930"/>
          </a:xfrm>
        </p:spPr>
        <p:txBody>
          <a:bodyPr anchor="t">
            <a:noAutofit/>
          </a:bodyPr>
          <a:lstStyle>
            <a:lvl1pPr>
              <a:lnSpc>
                <a:spcPct val="93000"/>
              </a:lnSpc>
              <a:defRPr sz="333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77392" y="2"/>
            <a:ext cx="5138678" cy="7635874"/>
          </a:xfrm>
        </p:spPr>
        <p:txBody>
          <a:bodyPr anchor="t"/>
          <a:lstStyle>
            <a:lvl1pPr marL="0" indent="0">
              <a:buNone/>
              <a:defRPr sz="2664"/>
            </a:lvl1pPr>
            <a:lvl2pPr marL="380653" indent="0">
              <a:buNone/>
              <a:defRPr sz="2331"/>
            </a:lvl2pPr>
            <a:lvl3pPr marL="761307" indent="0">
              <a:buNone/>
              <a:defRPr sz="1998"/>
            </a:lvl3pPr>
            <a:lvl4pPr marL="1141960" indent="0">
              <a:buNone/>
              <a:defRPr sz="1665"/>
            </a:lvl4pPr>
            <a:lvl5pPr marL="1522613" indent="0">
              <a:buNone/>
              <a:defRPr sz="1665"/>
            </a:lvl5pPr>
            <a:lvl6pPr marL="1903266" indent="0">
              <a:buNone/>
              <a:defRPr sz="1665"/>
            </a:lvl6pPr>
            <a:lvl7pPr marL="2283920" indent="0">
              <a:buNone/>
              <a:defRPr sz="1665"/>
            </a:lvl7pPr>
            <a:lvl8pPr marL="2664573" indent="0">
              <a:buNone/>
              <a:defRPr sz="1665"/>
            </a:lvl8pPr>
            <a:lvl9pPr marL="3045226" indent="0">
              <a:buNone/>
              <a:defRPr sz="166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4406" y="2918859"/>
            <a:ext cx="3199806" cy="3604133"/>
          </a:xfrm>
        </p:spPr>
        <p:txBody>
          <a:bodyPr>
            <a:normAutofit/>
          </a:bodyPr>
          <a:lstStyle>
            <a:lvl1pPr marL="0" indent="0" algn="r">
              <a:lnSpc>
                <a:spcPct val="125000"/>
              </a:lnSpc>
              <a:spcBef>
                <a:spcPts val="1332"/>
              </a:spcBef>
              <a:buNone/>
              <a:defRPr sz="1554"/>
            </a:lvl1pPr>
            <a:lvl2pPr marL="380653" indent="0">
              <a:buNone/>
              <a:defRPr sz="1166"/>
            </a:lvl2pPr>
            <a:lvl3pPr marL="761307" indent="0">
              <a:buNone/>
              <a:defRPr sz="999"/>
            </a:lvl3pPr>
            <a:lvl4pPr marL="1141960" indent="0">
              <a:buNone/>
              <a:defRPr sz="833"/>
            </a:lvl4pPr>
            <a:lvl5pPr marL="1522613" indent="0">
              <a:buNone/>
              <a:defRPr sz="833"/>
            </a:lvl5pPr>
            <a:lvl6pPr marL="1903266" indent="0">
              <a:buNone/>
              <a:defRPr sz="833"/>
            </a:lvl6pPr>
            <a:lvl7pPr marL="2283920" indent="0">
              <a:buNone/>
              <a:defRPr sz="833"/>
            </a:lvl7pPr>
            <a:lvl8pPr marL="2664573" indent="0">
              <a:buNone/>
              <a:defRPr sz="833"/>
            </a:lvl8pPr>
            <a:lvl9pPr marL="3045226" indent="0">
              <a:buNone/>
              <a:defRPr sz="8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Maria Amwaalanga 212036424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E6150-8108-4B44-B0B0-BFDC52A010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613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313953" y="712682"/>
            <a:ext cx="5202117" cy="62175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Maria Amwaalanga 212036424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E6150-8108-4B44-B0B0-BFDC52A010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844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Page Number Shape"/>
          <p:cNvSpPr/>
          <p:nvPr/>
        </p:nvSpPr>
        <p:spPr bwMode="auto">
          <a:xfrm>
            <a:off x="9697580" y="5990877"/>
            <a:ext cx="452895" cy="912063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52729" y="715856"/>
            <a:ext cx="2036981" cy="520872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7846" y="715859"/>
            <a:ext cx="5886708" cy="52087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41716" y="6599423"/>
            <a:ext cx="3176066" cy="40654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41716" y="7032343"/>
            <a:ext cx="3176066" cy="406540"/>
          </a:xfrm>
        </p:spPr>
        <p:txBody>
          <a:bodyPr/>
          <a:lstStyle/>
          <a:p>
            <a:r>
              <a:rPr lang="en-ZA"/>
              <a:t>Maria Amwaalanga 212036424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97580" y="6243640"/>
            <a:ext cx="452894" cy="406540"/>
          </a:xfrm>
        </p:spPr>
        <p:txBody>
          <a:bodyPr/>
          <a:lstStyle/>
          <a:p>
            <a:fld id="{B56E6150-8108-4B44-B0B0-BFDC52A0102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>
            <a:off x="1" y="6902940"/>
            <a:ext cx="8541993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" y="6902940"/>
            <a:ext cx="8541993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8442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4842">
          <p15:clr>
            <a:srgbClr val="FBAE40"/>
          </p15:clr>
        </p15:guide>
        <p15:guide id="1" pos="645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/>
          <a:srcRect b="49802"/>
          <a:stretch/>
        </p:blipFill>
        <p:spPr>
          <a:xfrm>
            <a:off x="0" y="-1"/>
            <a:ext cx="10150475" cy="3821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170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/>
          <a:srcRect b="-301"/>
          <a:stretch/>
        </p:blipFill>
        <p:spPr>
          <a:xfrm>
            <a:off x="0" y="0"/>
            <a:ext cx="10150475" cy="763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6708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NUST Marketing Brand Mark.ai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02" y="296078"/>
            <a:ext cx="4140200" cy="1295400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1438871" y="1406916"/>
            <a:ext cx="4453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 rtl="0"/>
            <a:r>
              <a:rPr lang="en-US" sz="2000" b="1" i="0" u="none" strike="noStrike" baseline="0" dirty="0">
                <a:solidFill>
                  <a:srgbClr val="141A37"/>
                </a:solidFill>
                <a:latin typeface="RopaSoftPro-Regular"/>
              </a:rPr>
              <a:t>Faculty of Management Sciences</a:t>
            </a:r>
          </a:p>
        </p:txBody>
      </p:sp>
    </p:spTree>
    <p:extLst>
      <p:ext uri="{BB962C8B-B14F-4D97-AF65-F5344CB8AC3E}">
        <p14:creationId xmlns:p14="http://schemas.microsoft.com/office/powerpoint/2010/main" val="3707913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 title="Page Number Shape"/>
          <p:cNvSpPr/>
          <p:nvPr/>
        </p:nvSpPr>
        <p:spPr bwMode="auto">
          <a:xfrm>
            <a:off x="9697580" y="5990877"/>
            <a:ext cx="452895" cy="912063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4405" y="623160"/>
            <a:ext cx="3191927" cy="55142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13953" y="633613"/>
            <a:ext cx="5202117" cy="6296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4406" y="6602684"/>
            <a:ext cx="3176066" cy="40654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833" b="0" i="1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4406" y="7030663"/>
            <a:ext cx="3176066" cy="40654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21" b="1" i="1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ZA"/>
              <a:t>Maria Amwaalanga 212036424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97580" y="6243640"/>
            <a:ext cx="452894" cy="4065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21" b="0" i="1" baseline="0">
                <a:solidFill>
                  <a:schemeClr val="bg2"/>
                </a:solidFill>
                <a:latin typeface="+mj-lt"/>
              </a:defRPr>
            </a:lvl1pPr>
          </a:lstStyle>
          <a:p>
            <a:fld id="{B56E6150-8108-4B44-B0B0-BFDC52A0102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902940"/>
            <a:ext cx="3742988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0" y="6902940"/>
            <a:ext cx="3742988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728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</p:sldLayoutIdLst>
  <p:hf hdr="0" ftr="0" dt="0"/>
  <p:txStyles>
    <p:titleStyle>
      <a:lvl1pPr algn="r" defTabSz="761307" rtl="0" eaLnBrk="1" latinLnBrk="0" hangingPunct="1">
        <a:lnSpc>
          <a:spcPct val="90000"/>
        </a:lnSpc>
        <a:spcBef>
          <a:spcPct val="0"/>
        </a:spcBef>
        <a:buNone/>
        <a:defRPr sz="4218" b="0" i="1" kern="1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314673" indent="-314673" algn="l" defTabSz="761307" rtl="0" eaLnBrk="1" latinLnBrk="0" hangingPunct="1">
        <a:lnSpc>
          <a:spcPct val="112000"/>
        </a:lnSpc>
        <a:spcBef>
          <a:spcPts val="999"/>
        </a:spcBef>
        <a:buFont typeface="Arial" panose="020B0604020202020204" pitchFamily="34" charset="0"/>
        <a:buChar char="•"/>
        <a:defRPr sz="222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61307" indent="-314673" algn="l" defTabSz="761307" rtl="0" eaLnBrk="1" latinLnBrk="0" hangingPunct="1">
        <a:lnSpc>
          <a:spcPct val="112000"/>
        </a:lnSpc>
        <a:spcBef>
          <a:spcPts val="999"/>
        </a:spcBef>
        <a:buFont typeface="Corbel" panose="020B0503020204020204" pitchFamily="34" charset="0"/>
        <a:buChar char="–"/>
        <a:defRPr sz="1998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8844" indent="-314673" algn="l" defTabSz="761307" rtl="0" eaLnBrk="1" latinLnBrk="0" hangingPunct="1">
        <a:lnSpc>
          <a:spcPct val="112000"/>
        </a:lnSpc>
        <a:spcBef>
          <a:spcPts val="999"/>
        </a:spcBef>
        <a:buFont typeface="Arial" panose="020B0604020202020204" pitchFamily="34" charset="0"/>
        <a:buChar char="•"/>
        <a:defRPr sz="1776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776382" indent="-314673" algn="l" defTabSz="761307" rtl="0" eaLnBrk="1" latinLnBrk="0" hangingPunct="1">
        <a:lnSpc>
          <a:spcPct val="112000"/>
        </a:lnSpc>
        <a:spcBef>
          <a:spcPts val="999"/>
        </a:spcBef>
        <a:buFont typeface="Corbel" panose="020B0503020204020204" pitchFamily="34" charset="0"/>
        <a:buChar char="–"/>
        <a:defRPr sz="1554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2283920" indent="-314673" algn="l" defTabSz="761307" rtl="0" eaLnBrk="1" latinLnBrk="0" hangingPunct="1">
        <a:lnSpc>
          <a:spcPct val="112000"/>
        </a:lnSpc>
        <a:spcBef>
          <a:spcPts val="999"/>
        </a:spcBef>
        <a:buFont typeface="Arial" panose="020B0604020202020204" pitchFamily="34" charset="0"/>
        <a:buChar char="•"/>
        <a:defRPr sz="1554" i="1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791457" indent="-314673" algn="l" defTabSz="761307" rtl="0" eaLnBrk="1" latinLnBrk="0" hangingPunct="1">
        <a:lnSpc>
          <a:spcPct val="112000"/>
        </a:lnSpc>
        <a:spcBef>
          <a:spcPts val="1082"/>
        </a:spcBef>
        <a:buFont typeface="Corbel" panose="020B0503020204020204" pitchFamily="34" charset="0"/>
        <a:buChar char="–"/>
        <a:defRPr sz="1554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3298995" indent="-314673" algn="l" defTabSz="761307" rtl="0" eaLnBrk="1" latinLnBrk="0" hangingPunct="1">
        <a:lnSpc>
          <a:spcPct val="112000"/>
        </a:lnSpc>
        <a:spcBef>
          <a:spcPts val="1082"/>
        </a:spcBef>
        <a:buFont typeface="Arial" panose="020B0604020202020204" pitchFamily="34" charset="0"/>
        <a:buChar char="•"/>
        <a:defRPr sz="1554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3806533" indent="-314673" algn="l" defTabSz="761307" rtl="0" eaLnBrk="1" latinLnBrk="0" hangingPunct="1">
        <a:lnSpc>
          <a:spcPct val="112000"/>
        </a:lnSpc>
        <a:spcBef>
          <a:spcPts val="1082"/>
        </a:spcBef>
        <a:buFont typeface="Corbel" panose="020B0503020204020204" pitchFamily="34" charset="0"/>
        <a:buChar char="–"/>
        <a:defRPr sz="1554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4314071" indent="-236005" algn="l" defTabSz="761307" rtl="0" eaLnBrk="1" latinLnBrk="0" hangingPunct="1">
        <a:lnSpc>
          <a:spcPct val="112000"/>
        </a:lnSpc>
        <a:spcBef>
          <a:spcPts val="1082"/>
        </a:spcBef>
        <a:buFont typeface="Arial" panose="020B0604020202020204" pitchFamily="34" charset="0"/>
        <a:buChar char="•"/>
        <a:defRPr sz="1166" i="1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1307" rtl="0" eaLnBrk="1" latinLnBrk="0" hangingPunct="1">
        <a:defRPr sz="1499" kern="1200">
          <a:solidFill>
            <a:schemeClr val="tx1"/>
          </a:solidFill>
          <a:latin typeface="+mn-lt"/>
          <a:ea typeface="+mn-ea"/>
          <a:cs typeface="+mn-cs"/>
        </a:defRPr>
      </a:lvl1pPr>
      <a:lvl2pPr marL="380653" algn="l" defTabSz="761307" rtl="0" eaLnBrk="1" latinLnBrk="0" hangingPunct="1">
        <a:defRPr sz="1499" kern="1200">
          <a:solidFill>
            <a:schemeClr val="tx1"/>
          </a:solidFill>
          <a:latin typeface="+mn-lt"/>
          <a:ea typeface="+mn-ea"/>
          <a:cs typeface="+mn-cs"/>
        </a:defRPr>
      </a:lvl2pPr>
      <a:lvl3pPr marL="761307" algn="l" defTabSz="761307" rtl="0" eaLnBrk="1" latinLnBrk="0" hangingPunct="1">
        <a:defRPr sz="1499" kern="1200">
          <a:solidFill>
            <a:schemeClr val="tx1"/>
          </a:solidFill>
          <a:latin typeface="+mn-lt"/>
          <a:ea typeface="+mn-ea"/>
          <a:cs typeface="+mn-cs"/>
        </a:defRPr>
      </a:lvl3pPr>
      <a:lvl4pPr marL="1141960" algn="l" defTabSz="761307" rtl="0" eaLnBrk="1" latinLnBrk="0" hangingPunct="1">
        <a:defRPr sz="1499" kern="1200">
          <a:solidFill>
            <a:schemeClr val="tx1"/>
          </a:solidFill>
          <a:latin typeface="+mn-lt"/>
          <a:ea typeface="+mn-ea"/>
          <a:cs typeface="+mn-cs"/>
        </a:defRPr>
      </a:lvl4pPr>
      <a:lvl5pPr marL="1522613" algn="l" defTabSz="761307" rtl="0" eaLnBrk="1" latinLnBrk="0" hangingPunct="1">
        <a:defRPr sz="1499" kern="1200">
          <a:solidFill>
            <a:schemeClr val="tx1"/>
          </a:solidFill>
          <a:latin typeface="+mn-lt"/>
          <a:ea typeface="+mn-ea"/>
          <a:cs typeface="+mn-cs"/>
        </a:defRPr>
      </a:lvl5pPr>
      <a:lvl6pPr marL="1903266" algn="l" defTabSz="761307" rtl="0" eaLnBrk="1" latinLnBrk="0" hangingPunct="1">
        <a:defRPr sz="1499" kern="1200">
          <a:solidFill>
            <a:schemeClr val="tx1"/>
          </a:solidFill>
          <a:latin typeface="+mn-lt"/>
          <a:ea typeface="+mn-ea"/>
          <a:cs typeface="+mn-cs"/>
        </a:defRPr>
      </a:lvl6pPr>
      <a:lvl7pPr marL="2283920" algn="l" defTabSz="761307" rtl="0" eaLnBrk="1" latinLnBrk="0" hangingPunct="1">
        <a:defRPr sz="1499" kern="1200">
          <a:solidFill>
            <a:schemeClr val="tx1"/>
          </a:solidFill>
          <a:latin typeface="+mn-lt"/>
          <a:ea typeface="+mn-ea"/>
          <a:cs typeface="+mn-cs"/>
        </a:defRPr>
      </a:lvl7pPr>
      <a:lvl8pPr marL="2664573" algn="l" defTabSz="761307" rtl="0" eaLnBrk="1" latinLnBrk="0" hangingPunct="1">
        <a:defRPr sz="1499" kern="1200">
          <a:solidFill>
            <a:schemeClr val="tx1"/>
          </a:solidFill>
          <a:latin typeface="+mn-lt"/>
          <a:ea typeface="+mn-ea"/>
          <a:cs typeface="+mn-cs"/>
        </a:defRPr>
      </a:lvl8pPr>
      <a:lvl9pPr marL="3045226" algn="l" defTabSz="761307" rtl="0" eaLnBrk="1" latinLnBrk="0" hangingPunct="1">
        <a:defRPr sz="14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2124">
          <p15:clr>
            <a:srgbClr val="F26B43"/>
          </p15:clr>
        </p15:guide>
        <p15:guide id="1" pos="2832">
          <p15:clr>
            <a:srgbClr val="F26B43"/>
          </p15:clr>
        </p15:guide>
        <p15:guide id="2" pos="480">
          <p15:clr>
            <a:srgbClr val="F26B43"/>
          </p15:clr>
        </p15:guide>
        <p15:guide id="3" pos="7200">
          <p15:clr>
            <a:srgbClr val="F26B43"/>
          </p15:clr>
        </p15:guide>
        <p15:guide id="4" pos="3264">
          <p15:clr>
            <a:srgbClr val="F26B43"/>
          </p15:clr>
        </p15:guide>
        <p15:guide id="5" pos="360">
          <p15:clr>
            <a:srgbClr val="F26B43"/>
          </p15:clr>
        </p15:guide>
        <p15:guide id="6" orient="horz" pos="432">
          <p15:clr>
            <a:srgbClr val="F26B43"/>
          </p15:clr>
        </p15:guide>
        <p15:guide id="7" pos="5400">
          <p15:clr>
            <a:srgbClr val="F26B43"/>
          </p15:clr>
        </p15:guide>
        <p15:guide id="8" pos="24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TextBox 5"/>
          <p:cNvSpPr txBox="1">
            <a:spLocks noChangeArrowheads="1"/>
          </p:cNvSpPr>
          <p:nvPr/>
        </p:nvSpPr>
        <p:spPr bwMode="auto">
          <a:xfrm>
            <a:off x="7776441" y="3341772"/>
            <a:ext cx="20574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508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508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508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508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5080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03/10/2022</a:t>
            </a:r>
          </a:p>
        </p:txBody>
      </p:sp>
      <p:pic>
        <p:nvPicPr>
          <p:cNvPr id="5126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0350" y="4294188"/>
            <a:ext cx="2387600" cy="293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A tall building in a city&#10;&#10;Description automatically generated">
            <a:extLst>
              <a:ext uri="{FF2B5EF4-FFF2-40B4-BE49-F238E27FC236}">
                <a16:creationId xmlns:a16="http://schemas.microsoft.com/office/drawing/2014/main" id="{ED90FDE4-DE02-4CE2-AF41-37E3E374B0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40163"/>
            <a:ext cx="10150475" cy="37957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EA4A4E4-F266-044F-FD00-7BE31D7EFAF4}"/>
              </a:ext>
            </a:extLst>
          </p:cNvPr>
          <p:cNvSpPr txBox="1"/>
          <p:nvPr/>
        </p:nvSpPr>
        <p:spPr>
          <a:xfrm>
            <a:off x="509666" y="1216185"/>
            <a:ext cx="903906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GB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ctr"/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sz="2400" b="1" i="0" u="none" strike="noStrike" baseline="0" dirty="0">
                <a:solidFill>
                  <a:srgbClr val="FFFF00"/>
                </a:solidFill>
                <a:latin typeface="Calibri" panose="020F0502020204030204" pitchFamily="34" charset="0"/>
              </a:rPr>
              <a:t>Project-Based Learning as an Effective Teaching Method in Physics  (Science)	</a:t>
            </a:r>
          </a:p>
          <a:p>
            <a:pPr algn="ctr"/>
            <a:r>
              <a:rPr lang="en-US" sz="2400" b="1" dirty="0">
                <a:solidFill>
                  <a:srgbClr val="FFFF00"/>
                </a:solidFill>
                <a:latin typeface="Calibri" panose="020F0502020204030204" pitchFamily="34" charset="0"/>
              </a:rPr>
              <a:t> </a:t>
            </a:r>
          </a:p>
          <a:p>
            <a:pPr algn="ctr"/>
            <a:r>
              <a:rPr lang="en-US" sz="2400" b="1" i="0" u="none" strike="noStrike" baseline="0" dirty="0">
                <a:solidFill>
                  <a:srgbClr val="FFFF00"/>
                </a:solidFill>
                <a:latin typeface="Calibri" panose="020F0502020204030204" pitchFamily="34" charset="0"/>
              </a:rPr>
              <a:t>Markus Hitila |NUST</a:t>
            </a:r>
          </a:p>
          <a:p>
            <a:pPr algn="ctr"/>
            <a:endParaRPr lang="en-US" sz="2400" b="1" i="0" u="none" strike="noStrike" baseline="0" dirty="0">
              <a:solidFill>
                <a:srgbClr val="FFFF00"/>
              </a:solidFill>
              <a:latin typeface="Calibri" panose="020F0502020204030204" pitchFamily="34" charset="0"/>
            </a:endParaRPr>
          </a:p>
          <a:p>
            <a:pPr algn="ctr"/>
            <a:r>
              <a:rPr lang="en-US" sz="2400" b="1" i="0" u="none" strike="noStrike" baseline="0" dirty="0">
                <a:solidFill>
                  <a:srgbClr val="FFFF00"/>
                </a:solidFill>
                <a:latin typeface="Calibri" panose="020F0502020204030204" pitchFamily="34" charset="0"/>
              </a:rPr>
              <a:t>TEACHERS INFORMATION SEMINAR</a:t>
            </a:r>
          </a:p>
        </p:txBody>
      </p:sp>
    </p:spTree>
    <p:extLst>
      <p:ext uri="{BB962C8B-B14F-4D97-AF65-F5344CB8AC3E}">
        <p14:creationId xmlns:p14="http://schemas.microsoft.com/office/powerpoint/2010/main" val="2016411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>
            <a:extLst>
              <a:ext uri="{FF2B5EF4-FFF2-40B4-BE49-F238E27FC236}">
                <a16:creationId xmlns:a16="http://schemas.microsoft.com/office/drawing/2014/main" id="{133582B0-6831-409C-9D4E-4AE274BC8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9810802" y="5990877"/>
            <a:ext cx="339672" cy="912063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1EC85-96A8-462C-A267-95A4B94594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902940"/>
            <a:ext cx="3742987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75237" y="428287"/>
            <a:ext cx="4440834" cy="120564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900" i="1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PRESENTATION OUTLINE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2F4B75-D3D3-4F2F-817C-81140DE91F32}"/>
              </a:ext>
            </a:extLst>
          </p:cNvPr>
          <p:cNvSpPr txBox="1"/>
          <p:nvPr/>
        </p:nvSpPr>
        <p:spPr>
          <a:xfrm>
            <a:off x="634404" y="2774806"/>
            <a:ext cx="3191927" cy="37012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3464" lvl="1" indent="-283464" defTabSz="914400">
              <a:lnSpc>
                <a:spcPct val="112000"/>
              </a:lnSpc>
              <a:spcBef>
                <a:spcPts val="900"/>
              </a:spcBef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Introduction</a:t>
            </a:r>
          </a:p>
          <a:p>
            <a:pPr marL="283464" lvl="1" indent="-283464" defTabSz="914400">
              <a:lnSpc>
                <a:spcPct val="112000"/>
              </a:lnSpc>
              <a:spcBef>
                <a:spcPts val="900"/>
              </a:spcBef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Teaching Methods</a:t>
            </a:r>
          </a:p>
          <a:p>
            <a:pPr marL="283464" lvl="1" indent="-283464" defTabSz="914400">
              <a:lnSpc>
                <a:spcPct val="112000"/>
              </a:lnSpc>
              <a:spcBef>
                <a:spcPts val="900"/>
              </a:spcBef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Project Based Teaching and Learning PBL</a:t>
            </a:r>
          </a:p>
          <a:p>
            <a:pPr marL="283464" lvl="1" indent="-283464" defTabSz="914400">
              <a:lnSpc>
                <a:spcPct val="112000"/>
              </a:lnSpc>
              <a:spcBef>
                <a:spcPts val="900"/>
              </a:spcBef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Steps to effective project-based learning</a:t>
            </a:r>
          </a:p>
          <a:p>
            <a:pPr marL="283464" lvl="1" indent="-283464" defTabSz="914400">
              <a:lnSpc>
                <a:spcPct val="112000"/>
              </a:lnSpc>
              <a:spcBef>
                <a:spcPts val="900"/>
              </a:spcBef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Conclusion  </a:t>
            </a:r>
          </a:p>
          <a:p>
            <a:pPr marL="283464" lvl="1" indent="-283464" algn="r" defTabSz="914400">
              <a:lnSpc>
                <a:spcPct val="112000"/>
              </a:lnSpc>
              <a:spcBef>
                <a:spcPts val="900"/>
              </a:spcBef>
              <a:buFont typeface="+mj-lt"/>
              <a:buAutoNum type="arabicPeriod"/>
            </a:pP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8" name="Graphic 7" descr="Teacher">
            <a:extLst>
              <a:ext uri="{FF2B5EF4-FFF2-40B4-BE49-F238E27FC236}">
                <a16:creationId xmlns:a16="http://schemas.microsoft.com/office/drawing/2014/main" id="{EB614E96-AD17-0E69-5FFC-0C938CBB0C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3952" y="1152449"/>
            <a:ext cx="5202119" cy="5202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975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B4FBFD-D547-22EB-A156-8073F0464E0C}"/>
              </a:ext>
            </a:extLst>
          </p:cNvPr>
          <p:cNvSpPr txBox="1"/>
          <p:nvPr/>
        </p:nvSpPr>
        <p:spPr>
          <a:xfrm>
            <a:off x="5846164" y="749508"/>
            <a:ext cx="35826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FF00"/>
                </a:solidFill>
              </a:rPr>
              <a:t>Introduction</a:t>
            </a:r>
            <a:endParaRPr lang="en-GB" sz="2800" b="1" dirty="0">
              <a:solidFill>
                <a:srgbClr val="FFFF00"/>
              </a:solidFill>
            </a:endParaRPr>
          </a:p>
        </p:txBody>
      </p:sp>
      <p:graphicFrame>
        <p:nvGraphicFramePr>
          <p:cNvPr id="6" name="TextBox 1">
            <a:extLst>
              <a:ext uri="{FF2B5EF4-FFF2-40B4-BE49-F238E27FC236}">
                <a16:creationId xmlns:a16="http://schemas.microsoft.com/office/drawing/2014/main" id="{EFFCBA74-A203-7804-74E9-98A2D678F7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26649936"/>
              </p:ext>
            </p:extLst>
          </p:nvPr>
        </p:nvGraphicFramePr>
        <p:xfrm>
          <a:off x="1169233" y="1965147"/>
          <a:ext cx="7869836" cy="50783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11742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7C9CCDB-5545-138F-ABFB-557C0040B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5406" y="2113612"/>
            <a:ext cx="5310215" cy="4892467"/>
          </a:xfrm>
          <a:prstGeom prst="rect">
            <a:avLst/>
          </a:prstGeom>
        </p:spPr>
      </p:pic>
      <p:graphicFrame>
        <p:nvGraphicFramePr>
          <p:cNvPr id="6" name="TextBox 1">
            <a:extLst>
              <a:ext uri="{FF2B5EF4-FFF2-40B4-BE49-F238E27FC236}">
                <a16:creationId xmlns:a16="http://schemas.microsoft.com/office/drawing/2014/main" id="{CE064660-2390-883D-6438-5268E13373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349729"/>
              </p:ext>
            </p:extLst>
          </p:nvPr>
        </p:nvGraphicFramePr>
        <p:xfrm>
          <a:off x="224853" y="1903749"/>
          <a:ext cx="4040916" cy="48924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E8CEEF34-B4DC-8A63-4486-A28D42FB595D}"/>
              </a:ext>
            </a:extLst>
          </p:cNvPr>
          <p:cNvGrpSpPr/>
          <p:nvPr/>
        </p:nvGrpSpPr>
        <p:grpSpPr>
          <a:xfrm>
            <a:off x="4615407" y="1184645"/>
            <a:ext cx="5310214" cy="719103"/>
            <a:chOff x="1973" y="2772723"/>
            <a:chExt cx="1834986" cy="55967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E7FCEFF-3742-24B0-8718-C7F762C8B37B}"/>
                </a:ext>
              </a:extLst>
            </p:cNvPr>
            <p:cNvSpPr/>
            <p:nvPr/>
          </p:nvSpPr>
          <p:spPr>
            <a:xfrm>
              <a:off x="1973" y="2772723"/>
              <a:ext cx="1834986" cy="559670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041BA2A-D8F9-680B-DE0B-453526D6835E}"/>
                </a:ext>
              </a:extLst>
            </p:cNvPr>
            <p:cNvSpPr txBox="1"/>
            <p:nvPr/>
          </p:nvSpPr>
          <p:spPr>
            <a:xfrm>
              <a:off x="1973" y="2772723"/>
              <a:ext cx="1834986" cy="55967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anchor="ctr" anchorCtr="0">
              <a:noAutofit/>
            </a:bodyPr>
            <a:lstStyle/>
            <a:p>
              <a:pPr marL="0" lvl="0" indent="0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b="1" kern="1200" dirty="0">
                  <a:solidFill>
                    <a:srgbClr val="FFFF00"/>
                  </a:solidFill>
                </a:rPr>
                <a:t>To optimize the achievement of learners, teachers need to use variety of teaching methods</a:t>
              </a:r>
              <a:r>
                <a:rPr lang="en-US" sz="1000" kern="1200" dirty="0">
                  <a:solidFill>
                    <a:srgbClr val="FFFF00"/>
                  </a:solidFill>
                </a:rPr>
                <a:t>. 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606CED2-AC46-06BD-39C2-4DB830C2A9D0}"/>
              </a:ext>
            </a:extLst>
          </p:cNvPr>
          <p:cNvSpPr txBox="1"/>
          <p:nvPr/>
        </p:nvSpPr>
        <p:spPr>
          <a:xfrm>
            <a:off x="5771213" y="374754"/>
            <a:ext cx="40023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FF00"/>
                </a:solidFill>
              </a:rPr>
              <a:t>Teaching  Methods </a:t>
            </a:r>
            <a:endParaRPr lang="en-GB" sz="24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8242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6">
            <a:extLst>
              <a:ext uri="{FF2B5EF4-FFF2-40B4-BE49-F238E27FC236}">
                <a16:creationId xmlns:a16="http://schemas.microsoft.com/office/drawing/2014/main" id="{133582B0-6831-409C-9D4E-4AE274BC8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9810802" y="5990877"/>
            <a:ext cx="339672" cy="912063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cxnSp>
        <p:nvCxnSpPr>
          <p:cNvPr id="17" name="Straight Connector 11">
            <a:extLst>
              <a:ext uri="{FF2B5EF4-FFF2-40B4-BE49-F238E27FC236}">
                <a16:creationId xmlns:a16="http://schemas.microsoft.com/office/drawing/2014/main" id="{1EB1EC85-96A8-462C-A267-95A4B94594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902940"/>
            <a:ext cx="3742987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C1CEAA1-4F18-0C51-7681-A8C8C6D294BD}"/>
              </a:ext>
            </a:extLst>
          </p:cNvPr>
          <p:cNvSpPr txBox="1"/>
          <p:nvPr/>
        </p:nvSpPr>
        <p:spPr>
          <a:xfrm>
            <a:off x="5319047" y="623159"/>
            <a:ext cx="3191927" cy="19588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i="1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Project Based Teaching and Learning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DBAA1E-3E57-8DD1-B9D4-BD084EDF2062}"/>
              </a:ext>
            </a:extLst>
          </p:cNvPr>
          <p:cNvSpPr txBox="1"/>
          <p:nvPr/>
        </p:nvSpPr>
        <p:spPr>
          <a:xfrm>
            <a:off x="169837" y="1528999"/>
            <a:ext cx="4417153" cy="53739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83464" indent="-283464" defTabSz="914400">
              <a:lnSpc>
                <a:spcPct val="102000"/>
              </a:lnSpc>
              <a:spcBef>
                <a:spcPts val="900"/>
              </a:spcBef>
              <a:buFont typeface="Wingdings" panose="05000000000000000000" pitchFamily="2" charset="2"/>
              <a:buChar char="v"/>
            </a:pPr>
            <a:r>
              <a:rPr lang="en-US" sz="1050" b="1" dirty="0">
                <a:solidFill>
                  <a:srgbClr val="FF0000"/>
                </a:solidFill>
              </a:rPr>
              <a:t>Project-based learning (PBL) is an inquiry-based educational approach in which students explore real-world problems through individual and group projects. This teaching and learning method encourages students to make sense of why content is useful and how it might be applied. </a:t>
            </a:r>
          </a:p>
          <a:p>
            <a:pPr marL="283464" indent="-283464" defTabSz="914400">
              <a:lnSpc>
                <a:spcPct val="102000"/>
              </a:lnSpc>
              <a:spcBef>
                <a:spcPts val="900"/>
              </a:spcBef>
              <a:buFont typeface="Wingdings" panose="05000000000000000000" pitchFamily="2" charset="2"/>
              <a:buChar char="v"/>
            </a:pPr>
            <a:r>
              <a:rPr lang="en-US" sz="1050" dirty="0">
                <a:solidFill>
                  <a:schemeClr val="bg1"/>
                </a:solidFill>
              </a:rPr>
              <a:t> Project-based learning is one of the effective student-centered learning methods.</a:t>
            </a:r>
          </a:p>
          <a:p>
            <a:pPr marL="283464" indent="-283464" defTabSz="914400">
              <a:lnSpc>
                <a:spcPct val="102000"/>
              </a:lnSpc>
              <a:spcBef>
                <a:spcPts val="900"/>
              </a:spcBef>
              <a:buFont typeface="Wingdings" panose="05000000000000000000" pitchFamily="2" charset="2"/>
              <a:buChar char="v"/>
            </a:pPr>
            <a:r>
              <a:rPr lang="en-US" sz="1050" dirty="0">
                <a:solidFill>
                  <a:schemeClr val="bg1"/>
                </a:solidFill>
              </a:rPr>
              <a:t>Today’s education system is characterized by a gap between how students live and what they learn and how they learn.</a:t>
            </a:r>
          </a:p>
          <a:p>
            <a:pPr marL="283464" indent="-283464" defTabSz="914400">
              <a:lnSpc>
                <a:spcPct val="102000"/>
              </a:lnSpc>
              <a:spcBef>
                <a:spcPts val="900"/>
              </a:spcBef>
              <a:buFont typeface="Wingdings" panose="05000000000000000000" pitchFamily="2" charset="2"/>
              <a:buChar char="v"/>
            </a:pPr>
            <a:r>
              <a:rPr lang="en-US" sz="1050" dirty="0">
                <a:solidFill>
                  <a:schemeClr val="bg1"/>
                </a:solidFill>
              </a:rPr>
              <a:t>Effective Project based Learning is characterized by:</a:t>
            </a:r>
          </a:p>
          <a:p>
            <a:pPr marL="740664" lvl="2" indent="-283464" defTabSz="914400">
              <a:lnSpc>
                <a:spcPct val="102000"/>
              </a:lnSpc>
              <a:spcBef>
                <a:spcPts val="900"/>
              </a:spcBef>
              <a:buFont typeface="Wingdings" panose="05000000000000000000" pitchFamily="2" charset="2"/>
              <a:buChar char="ü"/>
            </a:pPr>
            <a:r>
              <a:rPr lang="en-US" sz="1050" dirty="0">
                <a:solidFill>
                  <a:schemeClr val="bg1"/>
                </a:solidFill>
              </a:rPr>
              <a:t>a shift from whole-class to small group instruction, </a:t>
            </a:r>
          </a:p>
          <a:p>
            <a:pPr marL="740664" lvl="2" indent="-283464" defTabSz="914400">
              <a:lnSpc>
                <a:spcPct val="102000"/>
              </a:lnSpc>
              <a:spcBef>
                <a:spcPts val="900"/>
              </a:spcBef>
              <a:buFont typeface="Wingdings" panose="05000000000000000000" pitchFamily="2" charset="2"/>
              <a:buChar char="ü"/>
            </a:pPr>
            <a:r>
              <a:rPr lang="en-US" sz="1050" dirty="0">
                <a:solidFill>
                  <a:schemeClr val="bg1"/>
                </a:solidFill>
              </a:rPr>
              <a:t>a shift from lecture and recitation to coaching, </a:t>
            </a:r>
          </a:p>
          <a:p>
            <a:pPr marL="740664" lvl="2" indent="-283464" defTabSz="914400">
              <a:lnSpc>
                <a:spcPct val="102000"/>
              </a:lnSpc>
              <a:spcBef>
                <a:spcPts val="900"/>
              </a:spcBef>
              <a:buFont typeface="Wingdings" panose="05000000000000000000" pitchFamily="2" charset="2"/>
              <a:buChar char="ü"/>
            </a:pPr>
            <a:r>
              <a:rPr lang="en-US" sz="1050" dirty="0">
                <a:solidFill>
                  <a:schemeClr val="bg1"/>
                </a:solidFill>
              </a:rPr>
              <a:t> a shift from competitive to a cooperative social structure, </a:t>
            </a:r>
          </a:p>
          <a:p>
            <a:pPr marL="740664" lvl="2" indent="-283464" defTabSz="914400">
              <a:lnSpc>
                <a:spcPct val="102000"/>
              </a:lnSpc>
              <a:spcBef>
                <a:spcPts val="900"/>
              </a:spcBef>
              <a:buFont typeface="Wingdings" panose="05000000000000000000" pitchFamily="2" charset="2"/>
              <a:buChar char="ü"/>
            </a:pPr>
            <a:r>
              <a:rPr lang="en-US" sz="1050" dirty="0">
                <a:solidFill>
                  <a:schemeClr val="bg1"/>
                </a:solidFill>
              </a:rPr>
              <a:t>a shift from all students learning the same thing to different students learning different things.</a:t>
            </a:r>
          </a:p>
          <a:p>
            <a:pPr marL="283464" indent="-283464" defTabSz="914400">
              <a:lnSpc>
                <a:spcPct val="102000"/>
              </a:lnSpc>
              <a:spcBef>
                <a:spcPts val="900"/>
              </a:spcBef>
              <a:buFont typeface="Wingdings" panose="05000000000000000000" pitchFamily="2" charset="2"/>
              <a:buChar char="v"/>
            </a:pPr>
            <a:r>
              <a:rPr lang="en-US" sz="1050" dirty="0">
                <a:solidFill>
                  <a:schemeClr val="bg1"/>
                </a:solidFill>
              </a:rPr>
              <a:t>Studies have illustrated that project-based learning in which students are particularly active contribute to meaningful learning</a:t>
            </a:r>
          </a:p>
          <a:p>
            <a:pPr marL="283464" indent="-283464" defTabSz="914400">
              <a:lnSpc>
                <a:spcPct val="102000"/>
              </a:lnSpc>
              <a:spcBef>
                <a:spcPts val="900"/>
              </a:spcBef>
              <a:buFont typeface="Wingdings" panose="05000000000000000000" pitchFamily="2" charset="2"/>
              <a:buChar char="v"/>
            </a:pPr>
            <a:r>
              <a:rPr lang="en-US" sz="1050" dirty="0">
                <a:solidFill>
                  <a:schemeClr val="bg1"/>
                </a:solidFill>
              </a:rPr>
              <a:t>At its core, Learners can develop desirable characteristics such as:</a:t>
            </a:r>
          </a:p>
          <a:p>
            <a:pPr marL="740664" lvl="2" indent="-283464" defTabSz="914400">
              <a:lnSpc>
                <a:spcPct val="102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 Research skills, </a:t>
            </a:r>
          </a:p>
          <a:p>
            <a:pPr marL="740664" lvl="2" indent="-283464" defTabSz="914400">
              <a:lnSpc>
                <a:spcPct val="102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 self-confidence,</a:t>
            </a:r>
          </a:p>
          <a:p>
            <a:pPr marL="740664" lvl="2" indent="-283464" defTabSz="914400">
              <a:lnSpc>
                <a:spcPct val="102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 responsibility and</a:t>
            </a:r>
          </a:p>
          <a:p>
            <a:pPr marL="740664" lvl="2" indent="-283464" defTabSz="914400">
              <a:lnSpc>
                <a:spcPct val="102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cooperation,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E43519-5A34-D500-6879-977420940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8519" y="2547492"/>
            <a:ext cx="5202119" cy="2669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483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45BC11-F573-36D5-529D-E5A898852B8B}"/>
              </a:ext>
            </a:extLst>
          </p:cNvPr>
          <p:cNvSpPr txBox="1"/>
          <p:nvPr/>
        </p:nvSpPr>
        <p:spPr>
          <a:xfrm>
            <a:off x="5681272" y="794479"/>
            <a:ext cx="40773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</a:rPr>
              <a:t>Key Design Principles of PBL</a:t>
            </a:r>
            <a:endParaRPr lang="en-GB" sz="2400" b="1" dirty="0">
              <a:solidFill>
                <a:srgbClr val="FFFF00"/>
              </a:solidFill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0F58F42E-2B46-4179-AF86-D67367CC20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8637990"/>
              </p:ext>
            </p:extLst>
          </p:nvPr>
        </p:nvGraphicFramePr>
        <p:xfrm>
          <a:off x="779489" y="2009010"/>
          <a:ext cx="8784235" cy="508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Rectangle: Top Corners Rounded 4">
            <a:extLst>
              <a:ext uri="{FF2B5EF4-FFF2-40B4-BE49-F238E27FC236}">
                <a16:creationId xmlns:a16="http://schemas.microsoft.com/office/drawing/2014/main" id="{FCB4CAC2-EE49-D238-181C-1C628898C305}"/>
              </a:ext>
            </a:extLst>
          </p:cNvPr>
          <p:cNvSpPr txBox="1"/>
          <p:nvPr/>
        </p:nvSpPr>
        <p:spPr>
          <a:xfrm>
            <a:off x="3950539" y="6009733"/>
            <a:ext cx="5628175" cy="786031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7630" tIns="43815" rIns="87630" bIns="43815" numCol="1" spcCol="1270" anchor="ctr" anchorCtr="0">
            <a:noAutofit/>
          </a:bodyPr>
          <a:lstStyle/>
          <a:p>
            <a:pPr marL="171450" lvl="1" indent="-171450" algn="just" defTabSz="10223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endParaRPr lang="en-GB" sz="1100" kern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6159C88-B3FA-9331-011F-3F50C1C10FDD}"/>
              </a:ext>
            </a:extLst>
          </p:cNvPr>
          <p:cNvGrpSpPr/>
          <p:nvPr/>
        </p:nvGrpSpPr>
        <p:grpSpPr>
          <a:xfrm>
            <a:off x="3956804" y="6009733"/>
            <a:ext cx="5621910" cy="978554"/>
            <a:chOff x="3162324" y="124863"/>
            <a:chExt cx="5621910" cy="978554"/>
          </a:xfrm>
        </p:grpSpPr>
        <p:sp>
          <p:nvSpPr>
            <p:cNvPr id="11" name="Rectangle: Top Corners Rounded 10">
              <a:extLst>
                <a:ext uri="{FF2B5EF4-FFF2-40B4-BE49-F238E27FC236}">
                  <a16:creationId xmlns:a16="http://schemas.microsoft.com/office/drawing/2014/main" id="{D8F652AF-A382-2360-E485-E64CFAB6130D}"/>
                </a:ext>
              </a:extLst>
            </p:cNvPr>
            <p:cNvSpPr/>
            <p:nvPr/>
          </p:nvSpPr>
          <p:spPr>
            <a:xfrm rot="5400000">
              <a:off x="5484002" y="-2196815"/>
              <a:ext cx="978554" cy="5621910"/>
            </a:xfrm>
            <a:prstGeom prst="round2Same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2" name="Rectangle: Top Corners Rounded 4">
              <a:extLst>
                <a:ext uri="{FF2B5EF4-FFF2-40B4-BE49-F238E27FC236}">
                  <a16:creationId xmlns:a16="http://schemas.microsoft.com/office/drawing/2014/main" id="{93C77B39-3E44-68A1-B649-DA11A81747D4}"/>
                </a:ext>
              </a:extLst>
            </p:cNvPr>
            <p:cNvSpPr txBox="1"/>
            <p:nvPr/>
          </p:nvSpPr>
          <p:spPr>
            <a:xfrm>
              <a:off x="3162325" y="172631"/>
              <a:ext cx="5574141" cy="88301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9530" tIns="24765" rIns="49530" bIns="24765" numCol="1" spcCol="1270" anchor="ctr" anchorCtr="0">
              <a:noAutofit/>
            </a:bodyPr>
            <a:lstStyle/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400" b="0" i="0" u="none" strike="noStrike" baseline="0" dirty="0">
                  <a:solidFill>
                    <a:srgbClr val="221E1F"/>
                  </a:solidFill>
                  <a:latin typeface="Calibri (Body)"/>
                  <a:cs typeface="Calibri" panose="020F0502020204030204" pitchFamily="34" charset="0"/>
                </a:rPr>
                <a:t>Learning from research and relying on evidence about what works is essential </a:t>
              </a:r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300" kern="1200" dirty="0"/>
                <a:t>providing feedback to students in a strategic and timely manner, creating opportunities for reflection, and empowering students to share their learning with others</a:t>
              </a:r>
              <a:endParaRPr lang="en-GB" sz="13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138112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B93F7199-3420-A3CC-3C51-63BD65F7C7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9738838"/>
              </p:ext>
            </p:extLst>
          </p:nvPr>
        </p:nvGraphicFramePr>
        <p:xfrm>
          <a:off x="734518" y="1562276"/>
          <a:ext cx="8739265" cy="5378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426B5C0-6B5C-38A5-8F0A-AC0F8ED3F49D}"/>
              </a:ext>
            </a:extLst>
          </p:cNvPr>
          <p:cNvSpPr txBox="1"/>
          <p:nvPr/>
        </p:nvSpPr>
        <p:spPr>
          <a:xfrm>
            <a:off x="5075238" y="524656"/>
            <a:ext cx="4698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1" i="0" u="none" strike="noStrike" baseline="0" dirty="0">
                <a:solidFill>
                  <a:srgbClr val="FFFF00"/>
                </a:solidFill>
                <a:latin typeface="Neutraface2Text-Demi"/>
              </a:rPr>
              <a:t>When designing a PBL unit for your classroom,</a:t>
            </a:r>
          </a:p>
          <a:p>
            <a:pPr algn="l"/>
            <a:r>
              <a:rPr lang="en-US" sz="1800" b="1" i="0" u="none" strike="noStrike" baseline="0" dirty="0">
                <a:solidFill>
                  <a:srgbClr val="FFFF00"/>
                </a:solidFill>
                <a:latin typeface="Neutraface2Text-Demi"/>
              </a:rPr>
              <a:t>it must contain a few basic components</a:t>
            </a:r>
            <a:endParaRPr lang="en-GB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5725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Freeform 6">
            <a:extLst>
              <a:ext uri="{FF2B5EF4-FFF2-40B4-BE49-F238E27FC236}">
                <a16:creationId xmlns:a16="http://schemas.microsoft.com/office/drawing/2014/main" id="{133582B0-6831-409C-9D4E-4AE274BC8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9810802" y="5990877"/>
            <a:ext cx="339672" cy="912063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1EB1EC85-96A8-462C-A267-95A4B94594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902940"/>
            <a:ext cx="3742987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C98FED3-1DB2-89BF-3B6F-B33B13296E85}"/>
              </a:ext>
            </a:extLst>
          </p:cNvPr>
          <p:cNvSpPr txBox="1"/>
          <p:nvPr/>
        </p:nvSpPr>
        <p:spPr>
          <a:xfrm>
            <a:off x="5613778" y="691683"/>
            <a:ext cx="3191927" cy="91226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900" i="1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WHY PBL?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452250-6C70-3116-7794-B5DDC469FF6A}"/>
              </a:ext>
            </a:extLst>
          </p:cNvPr>
          <p:cNvSpPr txBox="1"/>
          <p:nvPr/>
        </p:nvSpPr>
        <p:spPr>
          <a:xfrm>
            <a:off x="339674" y="1873772"/>
            <a:ext cx="4037718" cy="46993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83464" indent="-283464" algn="just" defTabSz="914400">
              <a:lnSpc>
                <a:spcPct val="102000"/>
              </a:lnSpc>
              <a:spcBef>
                <a:spcPts val="900"/>
              </a:spcBef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chemeClr val="bg1"/>
                </a:solidFill>
              </a:rPr>
              <a:t>Give learners freedom to generate artifacts that are critical to their construction of knowledge.</a:t>
            </a:r>
          </a:p>
          <a:p>
            <a:pPr marL="283464" indent="-283464" algn="just" defTabSz="914400">
              <a:lnSpc>
                <a:spcPct val="102000"/>
              </a:lnSpc>
              <a:spcBef>
                <a:spcPts val="900"/>
              </a:spcBef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chemeClr val="bg1"/>
                </a:solidFill>
              </a:rPr>
              <a:t>Places Learners in realistic, contextualized problem-solving environments</a:t>
            </a:r>
          </a:p>
          <a:p>
            <a:pPr marL="283464" indent="-283464" algn="just" defTabSz="914400">
              <a:lnSpc>
                <a:spcPct val="102000"/>
              </a:lnSpc>
              <a:spcBef>
                <a:spcPts val="900"/>
              </a:spcBef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chemeClr val="bg1"/>
                </a:solidFill>
              </a:rPr>
              <a:t>Serve to build bridges between phenomena in the classroom and real-life experiences</a:t>
            </a:r>
          </a:p>
          <a:p>
            <a:pPr marL="283464" indent="-283464" algn="just" defTabSz="914400">
              <a:lnSpc>
                <a:spcPct val="102000"/>
              </a:lnSpc>
              <a:spcBef>
                <a:spcPts val="900"/>
              </a:spcBef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chemeClr val="bg1"/>
                </a:solidFill>
              </a:rPr>
              <a:t>Adaptable to different types of learners and learning situations, though requires active engagement of students’ effort over an extended period</a:t>
            </a:r>
          </a:p>
          <a:p>
            <a:pPr marL="283464" indent="-283464" algn="just" defTabSz="914400">
              <a:lnSpc>
                <a:spcPct val="102000"/>
              </a:lnSpc>
              <a:spcBef>
                <a:spcPts val="900"/>
              </a:spcBef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chemeClr val="bg1"/>
                </a:solidFill>
              </a:rPr>
              <a:t>An instructional methodology in which learners learn important skills by doing actual projects</a:t>
            </a:r>
          </a:p>
          <a:p>
            <a:pPr marL="283464" indent="-283464" algn="just" defTabSz="914400">
              <a:lnSpc>
                <a:spcPct val="102000"/>
              </a:lnSpc>
              <a:spcBef>
                <a:spcPts val="900"/>
              </a:spcBef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chemeClr val="bg1"/>
                </a:solidFill>
              </a:rPr>
              <a:t>Allow learners to apply core academic skills and creativity to solve authentic problems in real world situations</a:t>
            </a:r>
          </a:p>
          <a:p>
            <a:pPr marL="283464" indent="-283464" algn="just" defTabSz="914400">
              <a:lnSpc>
                <a:spcPct val="102000"/>
              </a:lnSpc>
              <a:spcBef>
                <a:spcPts val="900"/>
              </a:spcBef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chemeClr val="bg1"/>
                </a:solidFill>
              </a:rPr>
              <a:t>Based on the constructivist learning theory, which finds that learning is deeper and more meaningful when students are involved in constructing their own knowledge.</a:t>
            </a:r>
          </a:p>
          <a:p>
            <a:pPr marL="283464" indent="-283464" algn="just" defTabSz="914400">
              <a:lnSpc>
                <a:spcPct val="102000"/>
              </a:lnSpc>
              <a:spcBef>
                <a:spcPts val="900"/>
              </a:spcBef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chemeClr val="bg1"/>
                </a:solidFill>
              </a:rPr>
              <a:t>The teacher’s role is that of an academic advisor, mentor, facilitator, task master and evaluator</a:t>
            </a:r>
          </a:p>
        </p:txBody>
      </p:sp>
      <p:pic>
        <p:nvPicPr>
          <p:cNvPr id="1026" name="Picture 2" descr="Why schools should focus on project based learning?">
            <a:extLst>
              <a:ext uri="{FF2B5EF4-FFF2-40B4-BE49-F238E27FC236}">
                <a16:creationId xmlns:a16="http://schemas.microsoft.com/office/drawing/2014/main" id="{64BE1704-0FF2-DFF7-C53A-95675B88D0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08683" y="2010775"/>
            <a:ext cx="5202119" cy="4699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8412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Freeform 6">
            <a:extLst>
              <a:ext uri="{FF2B5EF4-FFF2-40B4-BE49-F238E27FC236}">
                <a16:creationId xmlns:a16="http://schemas.microsoft.com/office/drawing/2014/main" id="{133582B0-6831-409C-9D4E-4AE274BC8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9810802" y="5990877"/>
            <a:ext cx="339672" cy="912063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cxnSp>
        <p:nvCxnSpPr>
          <p:cNvPr id="2057" name="Straight Connector 2056">
            <a:extLst>
              <a:ext uri="{FF2B5EF4-FFF2-40B4-BE49-F238E27FC236}">
                <a16:creationId xmlns:a16="http://schemas.microsoft.com/office/drawing/2014/main" id="{1EB1EC85-96A8-462C-A267-95A4B94594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902940"/>
            <a:ext cx="3742987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5E50938-A285-74C5-048F-46D3B2005068}"/>
              </a:ext>
            </a:extLst>
          </p:cNvPr>
          <p:cNvSpPr txBox="1"/>
          <p:nvPr/>
        </p:nvSpPr>
        <p:spPr>
          <a:xfrm>
            <a:off x="6019617" y="284787"/>
            <a:ext cx="3191927" cy="70214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900" i="1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WHY PBL?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D5325A-3451-4D52-0777-8210F466D640}"/>
              </a:ext>
            </a:extLst>
          </p:cNvPr>
          <p:cNvSpPr txBox="1"/>
          <p:nvPr/>
        </p:nvSpPr>
        <p:spPr>
          <a:xfrm>
            <a:off x="339673" y="1495789"/>
            <a:ext cx="3974279" cy="5234789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 marL="283464" indent="-283464" defTabSz="914400">
              <a:lnSpc>
                <a:spcPct val="102000"/>
              </a:lnSpc>
              <a:spcBef>
                <a:spcPts val="900"/>
              </a:spcBef>
              <a:buFont typeface="Wingdings" panose="05000000000000000000" pitchFamily="2" charset="2"/>
              <a:buChar char="v"/>
            </a:pPr>
            <a:r>
              <a:rPr lang="en-US" sz="1300" dirty="0">
                <a:solidFill>
                  <a:schemeClr val="bg1"/>
                </a:solidFill>
              </a:rPr>
              <a:t>Can lead to the enhanced development of learners’ skills and beliefs </a:t>
            </a:r>
            <a:r>
              <a:rPr lang="en-US" sz="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such as:</a:t>
            </a:r>
          </a:p>
          <a:p>
            <a:pPr marL="740664" lvl="2" indent="-283464" defTabSz="914400">
              <a:lnSpc>
                <a:spcPct val="102000"/>
              </a:lnSpc>
              <a:spcBef>
                <a:spcPts val="900"/>
              </a:spcBef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chemeClr val="bg1"/>
                </a:solidFill>
              </a:rPr>
              <a:t>group work skills, life skills, (managing meetings, planning, budgeting, etc.),</a:t>
            </a:r>
          </a:p>
          <a:p>
            <a:pPr marL="740664" lvl="2" indent="-283464" defTabSz="914400">
              <a:lnSpc>
                <a:spcPct val="102000"/>
              </a:lnSpc>
              <a:spcBef>
                <a:spcPts val="900"/>
              </a:spcBef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chemeClr val="bg1"/>
                </a:solidFill>
              </a:rPr>
              <a:t> cognitive processing skills (decision making, critical thinking, problem solving, etc.)</a:t>
            </a:r>
          </a:p>
          <a:p>
            <a:pPr marL="740664" lvl="2" indent="-283464" defTabSz="914400">
              <a:lnSpc>
                <a:spcPct val="102000"/>
              </a:lnSpc>
              <a:spcBef>
                <a:spcPts val="900"/>
              </a:spcBef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chemeClr val="bg1"/>
                </a:solidFill>
              </a:rPr>
              <a:t>self-management skills (setting goals, organizing tasks, time management, etc.) attitudes (love of learning, willingness to further education), </a:t>
            </a:r>
          </a:p>
          <a:p>
            <a:pPr marL="740664" lvl="2" indent="-283464" defTabSz="914400">
              <a:lnSpc>
                <a:spcPct val="102000"/>
              </a:lnSpc>
              <a:spcBef>
                <a:spcPts val="900"/>
              </a:spcBef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chemeClr val="bg1"/>
                </a:solidFill>
              </a:rPr>
              <a:t>personal trends (self-direction, sense of accomplishment), </a:t>
            </a:r>
          </a:p>
          <a:p>
            <a:pPr marL="740664" lvl="2" indent="-283464" defTabSz="914400">
              <a:lnSpc>
                <a:spcPct val="102000"/>
              </a:lnSpc>
              <a:spcBef>
                <a:spcPts val="900"/>
              </a:spcBef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chemeClr val="bg1"/>
                </a:solidFill>
              </a:rPr>
              <a:t>Beliefs (self-sufficiency) </a:t>
            </a:r>
          </a:p>
          <a:p>
            <a:pPr marL="283464" indent="-283464" defTabSz="914400">
              <a:lnSpc>
                <a:spcPct val="102000"/>
              </a:lnSpc>
              <a:spcBef>
                <a:spcPts val="900"/>
              </a:spcBef>
              <a:buFont typeface="Wingdings" panose="05000000000000000000" pitchFamily="2" charset="2"/>
              <a:buChar char="ü"/>
            </a:pPr>
            <a:endParaRPr lang="en-US" sz="1300" dirty="0">
              <a:solidFill>
                <a:schemeClr val="bg1"/>
              </a:solidFill>
            </a:endParaRPr>
          </a:p>
          <a:p>
            <a:pPr marL="283464" indent="-283464" defTabSz="914400">
              <a:lnSpc>
                <a:spcPct val="102000"/>
              </a:lnSpc>
              <a:spcBef>
                <a:spcPts val="900"/>
              </a:spcBef>
              <a:buFont typeface="Wingdings" panose="05000000000000000000" pitchFamily="2" charset="2"/>
              <a:buChar char="v"/>
            </a:pPr>
            <a:r>
              <a:rPr lang="en-US" sz="1300" dirty="0">
                <a:solidFill>
                  <a:schemeClr val="bg1"/>
                </a:solidFill>
              </a:rPr>
              <a:t>Learners can significantly improve their scientific processing skills through:</a:t>
            </a:r>
          </a:p>
          <a:p>
            <a:pPr marL="740664" lvl="2" indent="-283464" defTabSz="914400">
              <a:lnSpc>
                <a:spcPct val="102000"/>
              </a:lnSpc>
              <a:spcBef>
                <a:spcPts val="900"/>
              </a:spcBef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chemeClr val="bg1"/>
                </a:solidFill>
              </a:rPr>
              <a:t>questions, </a:t>
            </a:r>
          </a:p>
          <a:p>
            <a:pPr marL="740664" lvl="2" indent="-283464" defTabSz="914400">
              <a:lnSpc>
                <a:spcPct val="102000"/>
              </a:lnSpc>
              <a:spcBef>
                <a:spcPts val="900"/>
              </a:spcBef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chemeClr val="bg1"/>
                </a:solidFill>
              </a:rPr>
              <a:t>discussions, </a:t>
            </a:r>
          </a:p>
          <a:p>
            <a:pPr marL="740664" lvl="2" indent="-283464" defTabSz="914400">
              <a:lnSpc>
                <a:spcPct val="102000"/>
              </a:lnSpc>
              <a:spcBef>
                <a:spcPts val="900"/>
              </a:spcBef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chemeClr val="bg1"/>
                </a:solidFill>
              </a:rPr>
              <a:t>observations and</a:t>
            </a:r>
          </a:p>
          <a:p>
            <a:pPr marL="740664" lvl="2" indent="-283464" defTabSz="914400">
              <a:lnSpc>
                <a:spcPct val="102000"/>
              </a:lnSpc>
              <a:spcBef>
                <a:spcPts val="900"/>
              </a:spcBef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chemeClr val="bg1"/>
                </a:solidFill>
              </a:rPr>
              <a:t>predictions,</a:t>
            </a:r>
          </a:p>
          <a:p>
            <a:pPr marL="740664" lvl="2" indent="-283464" defTabSz="914400">
              <a:lnSpc>
                <a:spcPct val="102000"/>
              </a:lnSpc>
              <a:spcBef>
                <a:spcPts val="900"/>
              </a:spcBef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chemeClr val="bg1"/>
                </a:solidFill>
              </a:rPr>
              <a:t>conducting experiments, </a:t>
            </a:r>
          </a:p>
          <a:p>
            <a:pPr marL="740664" lvl="2" indent="-283464" defTabSz="914400">
              <a:lnSpc>
                <a:spcPct val="102000"/>
              </a:lnSpc>
              <a:spcBef>
                <a:spcPts val="900"/>
              </a:spcBef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chemeClr val="bg1"/>
                </a:solidFill>
              </a:rPr>
              <a:t>collecting and analyzing data, and </a:t>
            </a:r>
          </a:p>
          <a:p>
            <a:pPr marL="740664" lvl="2" indent="-283464" defTabSz="914400">
              <a:lnSpc>
                <a:spcPct val="102000"/>
              </a:lnSpc>
              <a:spcBef>
                <a:spcPts val="900"/>
              </a:spcBef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chemeClr val="bg1"/>
                </a:solidFill>
              </a:rPr>
              <a:t>ultimately reaching conclusions and sharing findings</a:t>
            </a:r>
          </a:p>
        </p:txBody>
      </p:sp>
      <p:pic>
        <p:nvPicPr>
          <p:cNvPr id="2050" name="Picture 2" descr="The Benefits of Project Based Learning - KNILT">
            <a:extLst>
              <a:ext uri="{FF2B5EF4-FFF2-40B4-BE49-F238E27FC236}">
                <a16:creationId xmlns:a16="http://schemas.microsoft.com/office/drawing/2014/main" id="{FE9DAC26-0A7D-585D-FAA9-08765BECE5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08683" y="1495789"/>
            <a:ext cx="5202119" cy="5129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0672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1" name="Freeform 6">
            <a:extLst>
              <a:ext uri="{FF2B5EF4-FFF2-40B4-BE49-F238E27FC236}">
                <a16:creationId xmlns:a16="http://schemas.microsoft.com/office/drawing/2014/main" id="{48521FF3-894A-4A8D-BE99-3BDF66485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9810802" y="5990877"/>
            <a:ext cx="339672" cy="912063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cxnSp>
        <p:nvCxnSpPr>
          <p:cNvPr id="3083" name="Straight Connector 3082">
            <a:extLst>
              <a:ext uri="{FF2B5EF4-FFF2-40B4-BE49-F238E27FC236}">
                <a16:creationId xmlns:a16="http://schemas.microsoft.com/office/drawing/2014/main" id="{0E945635-A0AC-4635-A740-B1CD7411D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902940"/>
            <a:ext cx="3742987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46CD724-C80C-CC01-D1EF-BEF4167696B9}"/>
              </a:ext>
            </a:extLst>
          </p:cNvPr>
          <p:cNvSpPr txBox="1"/>
          <p:nvPr/>
        </p:nvSpPr>
        <p:spPr>
          <a:xfrm>
            <a:off x="5791531" y="623160"/>
            <a:ext cx="3191927" cy="42615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900" i="1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CONCLUSION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F30E62-2116-DC3B-5BF6-ECB990940F33}"/>
              </a:ext>
            </a:extLst>
          </p:cNvPr>
          <p:cNvSpPr txBox="1"/>
          <p:nvPr/>
        </p:nvSpPr>
        <p:spPr>
          <a:xfrm>
            <a:off x="1458768" y="2113028"/>
            <a:ext cx="3616469" cy="15273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3464" indent="-283464" algn="just" defTabSz="914400">
              <a:lnSpc>
                <a:spcPct val="112000"/>
              </a:lnSpc>
              <a:spcBef>
                <a:spcPts val="900"/>
              </a:spcBef>
            </a:pPr>
            <a:r>
              <a:rPr lang="en-US" sz="1600" b="1" i="1" dirty="0">
                <a:solidFill>
                  <a:srgbClr val="FFC000"/>
                </a:solidFill>
              </a:rPr>
              <a:t>Rigorous project-based learning has a positive impact on students, leading to increased achievement and higher levels of motivation</a:t>
            </a:r>
          </a:p>
          <a:p>
            <a:pPr marL="283464" indent="-283464" algn="r" defTabSz="914400">
              <a:lnSpc>
                <a:spcPct val="112000"/>
              </a:lnSpc>
              <a:spcBef>
                <a:spcPts val="900"/>
              </a:spcBef>
            </a:pP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3076" name="Picture 4" descr="Move from Projects to Project-Based Learning | Creative Educator">
            <a:extLst>
              <a:ext uri="{FF2B5EF4-FFF2-40B4-BE49-F238E27FC236}">
                <a16:creationId xmlns:a16="http://schemas.microsoft.com/office/drawing/2014/main" id="{8E318961-0963-4C9E-8C20-AD781CA59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81192" y="3817937"/>
            <a:ext cx="3226100" cy="319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A Project-Based Learning Spectrum: 25 Questions...">
            <a:extLst>
              <a:ext uri="{FF2B5EF4-FFF2-40B4-BE49-F238E27FC236}">
                <a16:creationId xmlns:a16="http://schemas.microsoft.com/office/drawing/2014/main" id="{9E9C189B-8B83-8FBB-239F-8F330E3AD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38240" y="2545534"/>
            <a:ext cx="3391702" cy="3445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2777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How To Write A Thank You Note In Five Easy Steps">
            <a:extLst>
              <a:ext uri="{FF2B5EF4-FFF2-40B4-BE49-F238E27FC236}">
                <a16:creationId xmlns:a16="http://schemas.microsoft.com/office/drawing/2014/main" id="{B95F98EF-6558-A2EF-F525-656B039C47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3967" y="1714552"/>
            <a:ext cx="7540052" cy="4941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5558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Headlines">
  <a:themeElements>
    <a:clrScheme name="Headlines">
      <a:dk1>
        <a:sysClr val="windowText" lastClr="000000"/>
      </a:dk1>
      <a:lt1>
        <a:sysClr val="window" lastClr="FFFFFF"/>
      </a:lt1>
      <a:dk2>
        <a:srgbClr val="1D1A1D"/>
      </a:dk2>
      <a:lt2>
        <a:srgbClr val="F5F5F5"/>
      </a:lt2>
      <a:accent1>
        <a:srgbClr val="439EB7"/>
      </a:accent1>
      <a:accent2>
        <a:srgbClr val="E28B55"/>
      </a:accent2>
      <a:accent3>
        <a:srgbClr val="DCB64D"/>
      </a:accent3>
      <a:accent4>
        <a:srgbClr val="4CA198"/>
      </a:accent4>
      <a:accent5>
        <a:srgbClr val="835B82"/>
      </a:accent5>
      <a:accent6>
        <a:srgbClr val="645135"/>
      </a:accent6>
      <a:hlink>
        <a:srgbClr val="439EB7"/>
      </a:hlink>
      <a:folHlink>
        <a:srgbClr val="835B82"/>
      </a:folHlink>
    </a:clrScheme>
    <a:fontScheme name="Headlines">
      <a:majorFont>
        <a:latin typeface="Century Schoolbook" panose="020406040505050203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eadlines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100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88900" dist="25400" dir="10800000">
              <a:srgbClr val="000000">
                <a:alpha val="25000"/>
              </a:srgbClr>
            </a:innerShdw>
            <a:outerShdw blurRad="25400" dist="25400" dir="5400000" algn="ctr" rotWithShape="0">
              <a:srgbClr val="FFFFFF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adlines" id="{3841520A-25F2-4EB8-BE4C-611DB5ABEED9}" vid="{ECD25A4C-D97E-4C12-84B1-63580BFFAEE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TM10001103[[fn=Headlines]]</Template>
  <TotalTime>7480</TotalTime>
  <Words>884</Words>
  <Application>Microsoft Office PowerPoint</Application>
  <PresentationFormat>Custom</PresentationFormat>
  <Paragraphs>96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Calibri</vt:lpstr>
      <vt:lpstr>Calibri (Body)</vt:lpstr>
      <vt:lpstr>Century Schoolbook</vt:lpstr>
      <vt:lpstr>Corbel</vt:lpstr>
      <vt:lpstr>Neutraface2Text-Demi</vt:lpstr>
      <vt:lpstr>RopaSoftPro-Regular</vt:lpstr>
      <vt:lpstr>Wingdings</vt:lpstr>
      <vt:lpstr>Headlines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CDP</dc:creator>
  <cp:lastModifiedBy>Hitila, Markus</cp:lastModifiedBy>
  <cp:revision>631</cp:revision>
  <cp:lastPrinted>2019-08-14T15:23:45Z</cp:lastPrinted>
  <dcterms:created xsi:type="dcterms:W3CDTF">2015-11-09T03:14:54Z</dcterms:created>
  <dcterms:modified xsi:type="dcterms:W3CDTF">2022-10-02T11:51:14Z</dcterms:modified>
</cp:coreProperties>
</file>