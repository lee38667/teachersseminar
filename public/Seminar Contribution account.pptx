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9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5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8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1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8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0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2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8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3008B-5E2D-41CB-BDA3-A46810720D5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B9088-6CA6-46A2-9821-774DBCC46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1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3303" y="377780"/>
            <a:ext cx="8325394" cy="1150574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Baskerville Old Face" panose="02020602080505020303" pitchFamily="18" charset="0"/>
              </a:rPr>
              <a:t>Seminar Contribution 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868" y="5914164"/>
            <a:ext cx="10376263" cy="943836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Baskerville Old Face" panose="02020602080505020303" pitchFamily="18" charset="0"/>
              </a:rPr>
              <a:t>(Please Indicate the school and a clear reference as contribution towards the teachers seminar)</a:t>
            </a:r>
            <a:endParaRPr lang="en-US" b="1" dirty="0">
              <a:latin typeface="Baskerville Old Face" panose="020206020805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80061" y="1933303"/>
            <a:ext cx="6831875" cy="175432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Van Rhyn PS Account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Account No.1015703502</a:t>
            </a:r>
          </a:p>
          <a:p>
            <a:pPr algn="ctr"/>
            <a:r>
              <a:rPr lang="en-US" dirty="0" smtClean="0"/>
              <a:t>Bank Windhoek</a:t>
            </a:r>
          </a:p>
          <a:p>
            <a:pPr algn="ctr"/>
            <a:r>
              <a:rPr lang="en-US" dirty="0" smtClean="0"/>
              <a:t>Branch No.483872</a:t>
            </a:r>
          </a:p>
          <a:p>
            <a:pPr algn="ctr"/>
            <a:r>
              <a:rPr lang="en-US" dirty="0" err="1" smtClean="0"/>
              <a:t>Marua</a:t>
            </a:r>
            <a:r>
              <a:rPr lang="en-US" dirty="0" smtClean="0"/>
              <a:t> Mall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4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30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Office Theme</vt:lpstr>
      <vt:lpstr>Seminar Contribution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Annual Freud Cluster Teacher’s Seminar</dc:title>
  <dc:creator>Leena Iileka</dc:creator>
  <cp:lastModifiedBy>Leena Iileka</cp:lastModifiedBy>
  <cp:revision>6</cp:revision>
  <dcterms:created xsi:type="dcterms:W3CDTF">2023-07-19T09:45:45Z</dcterms:created>
  <dcterms:modified xsi:type="dcterms:W3CDTF">2025-08-05T18:54:11Z</dcterms:modified>
</cp:coreProperties>
</file>