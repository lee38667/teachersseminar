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4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6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30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27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65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7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48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0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9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028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069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71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570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2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97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89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A8310C-9BB2-49D0-B6EB-65E425AF624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E5D0D7-5D0A-4511-9FA3-44E1E9C69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8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090056" y="1266599"/>
            <a:ext cx="8307977" cy="20774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algn="ctr">
              <a:lnSpc>
                <a:spcPct val="200000"/>
              </a:lnSpc>
              <a:spcBef>
                <a:spcPts val="1000"/>
              </a:spcBef>
              <a:buFont typeface="Wingdings 3" panose="05040102010807070707" pitchFamily="18" charset="2"/>
              <a:buNone/>
              <a:defRPr sz="3200" b="1"/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lnSpc>
                <a:spcPct val="220000"/>
              </a:lnSpc>
            </a:pPr>
            <a:r>
              <a:rPr lang="en-US" dirty="0"/>
              <a:t>TEACHERS’ INFORMATION SEMINAR: FEEDBACK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98770" y="3500846"/>
            <a:ext cx="5290548" cy="17112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 3" panose="05040102010807070707" pitchFamily="18" charset="2"/>
              <a:buNone/>
            </a:pPr>
            <a:r>
              <a:rPr lang="en-US" altLang="en-US" sz="3200" b="1" dirty="0" smtClean="0"/>
              <a:t>LEENA M. IILEKA</a:t>
            </a:r>
          </a:p>
          <a:p>
            <a:pPr>
              <a:lnSpc>
                <a:spcPct val="200000"/>
              </a:lnSpc>
              <a:buFont typeface="Wingdings 3" panose="05040102010807070707" pitchFamily="18" charset="2"/>
              <a:buNone/>
            </a:pPr>
            <a:r>
              <a:rPr lang="en-US" altLang="en-US" sz="3200" b="1" dirty="0" smtClean="0"/>
              <a:t>VAN RHYN P.S. </a:t>
            </a:r>
            <a:endParaRPr lang="en-US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5816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5976" y="1606732"/>
            <a:ext cx="3907969" cy="77070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Objectives</a:t>
            </a:r>
            <a:r>
              <a:rPr lang="en-US" b="1" dirty="0"/>
              <a:t>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538" y="2913017"/>
            <a:ext cx="8710748" cy="17504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capacitating </a:t>
            </a:r>
            <a:r>
              <a:rPr lang="en-US" dirty="0"/>
              <a:t>teachers in subject areas,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sharing classroom teaching skills and methodologies amongst others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Improve teachers presentation skills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0661" y="473937"/>
            <a:ext cx="3320143" cy="7409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ABSTRACT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007" y="2016706"/>
            <a:ext cx="9982200" cy="406053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seminar by </a:t>
            </a:r>
            <a:r>
              <a:rPr lang="en-US" dirty="0"/>
              <a:t>two clusters (Plato and Freud</a:t>
            </a:r>
            <a:r>
              <a:rPr lang="en-US" dirty="0" smtClean="0"/>
              <a:t>)</a:t>
            </a:r>
          </a:p>
          <a:p>
            <a:r>
              <a:rPr lang="en-US" dirty="0" smtClean="0"/>
              <a:t> 3rd - 4th of October at Van Rhyn P.S.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Nineteen </a:t>
            </a:r>
            <a:r>
              <a:rPr lang="en-US" dirty="0"/>
              <a:t>(19) teachers from eight (8) primary schools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O</a:t>
            </a:r>
            <a:r>
              <a:rPr lang="en-US" dirty="0" smtClean="0"/>
              <a:t>ne </a:t>
            </a:r>
            <a:r>
              <a:rPr lang="en-US" dirty="0"/>
              <a:t>(1) student </a:t>
            </a:r>
            <a:r>
              <a:rPr lang="en-US" dirty="0" smtClean="0"/>
              <a:t>teacher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Various presentations; (high institutions and companies)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dirty="0" smtClean="0"/>
              <a:t>Evaluation form – feedback: suggested to continue annually, days to be extended, presentation time to be extended,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82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8520" y="848451"/>
            <a:ext cx="4230189" cy="74521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Schools attended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3775" y="1593669"/>
            <a:ext cx="807066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 teachers from eight (8) primary schools namely;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Van </a:t>
            </a:r>
            <a:r>
              <a:rPr lang="en-US" dirty="0"/>
              <a:t>Rhyn PS</a:t>
            </a:r>
            <a:r>
              <a:rPr lang="en-US" dirty="0" smtClean="0"/>
              <a:t>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 </a:t>
            </a:r>
            <a:r>
              <a:rPr lang="en-US" dirty="0" err="1"/>
              <a:t>Namutuni</a:t>
            </a:r>
            <a:r>
              <a:rPr lang="en-US" dirty="0"/>
              <a:t> PS,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Michelle Mclean PS,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Eros PS,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Green Leaves PS,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Faith CS,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Moses Van Del </a:t>
            </a:r>
            <a:r>
              <a:rPr lang="en-US" dirty="0" err="1"/>
              <a:t>Byl</a:t>
            </a:r>
            <a:r>
              <a:rPr lang="en-US" dirty="0"/>
              <a:t> 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Bethel PS.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student teacher from IUM heard </a:t>
            </a:r>
          </a:p>
        </p:txBody>
      </p:sp>
    </p:spTree>
    <p:extLst>
      <p:ext uri="{BB962C8B-B14F-4D97-AF65-F5344CB8AC3E}">
        <p14:creationId xmlns:p14="http://schemas.microsoft.com/office/powerpoint/2010/main" val="360535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0670" y="1057456"/>
            <a:ext cx="3159034" cy="75828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Presenters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960" y="2387327"/>
            <a:ext cx="9794966" cy="289006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Mr</a:t>
            </a:r>
            <a:r>
              <a:rPr lang="en-US" dirty="0" smtClean="0"/>
              <a:t> Lewin, </a:t>
            </a:r>
            <a:r>
              <a:rPr lang="en-US" dirty="0" err="1" smtClean="0"/>
              <a:t>KDDoAC</a:t>
            </a:r>
            <a:endParaRPr lang="en-US" dirty="0" smtClean="0"/>
          </a:p>
          <a:p>
            <a:r>
              <a:rPr lang="en-US" dirty="0" err="1" smtClean="0"/>
              <a:t>Mrs</a:t>
            </a:r>
            <a:r>
              <a:rPr lang="en-US" dirty="0" smtClean="0"/>
              <a:t> Mhopjeni, MME/UNESCO representative</a:t>
            </a:r>
          </a:p>
          <a:p>
            <a:r>
              <a:rPr lang="en-US" dirty="0" err="1" smtClean="0"/>
              <a:t>Mrs</a:t>
            </a:r>
            <a:r>
              <a:rPr lang="en-US" dirty="0" smtClean="0"/>
              <a:t> A. </a:t>
            </a:r>
            <a:r>
              <a:rPr lang="en-US" dirty="0" err="1" smtClean="0"/>
              <a:t>Amoomo</a:t>
            </a:r>
            <a:r>
              <a:rPr lang="en-US" dirty="0" smtClean="0"/>
              <a:t>, Internet Society</a:t>
            </a:r>
          </a:p>
          <a:p>
            <a:r>
              <a:rPr lang="en-US" dirty="0" err="1" smtClean="0"/>
              <a:t>Mr</a:t>
            </a:r>
            <a:r>
              <a:rPr lang="en-US" dirty="0" smtClean="0"/>
              <a:t> </a:t>
            </a:r>
            <a:r>
              <a:rPr lang="en-US" dirty="0" err="1"/>
              <a:t>Hitila</a:t>
            </a:r>
            <a:r>
              <a:rPr lang="en-US" dirty="0"/>
              <a:t>,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Tjakwanda</a:t>
            </a:r>
            <a:r>
              <a:rPr lang="en-US" dirty="0"/>
              <a:t>, Prof. </a:t>
            </a:r>
            <a:r>
              <a:rPr lang="en-US" dirty="0" err="1"/>
              <a:t>Onjefu</a:t>
            </a:r>
            <a:r>
              <a:rPr lang="en-US" dirty="0"/>
              <a:t>, (all from NUST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Haihambo</a:t>
            </a:r>
            <a:r>
              <a:rPr lang="en-US" dirty="0"/>
              <a:t> from </a:t>
            </a:r>
            <a:r>
              <a:rPr lang="en-US" dirty="0" smtClean="0"/>
              <a:t>UNAM </a:t>
            </a:r>
          </a:p>
          <a:p>
            <a:r>
              <a:rPr lang="en-US" dirty="0" err="1" smtClean="0"/>
              <a:t>Mr</a:t>
            </a:r>
            <a:r>
              <a:rPr lang="en-US" dirty="0" smtClean="0"/>
              <a:t> </a:t>
            </a:r>
            <a:r>
              <a:rPr lang="en-US" dirty="0"/>
              <a:t>Mulundileni from Mindsinaction who presented on </a:t>
            </a:r>
            <a:r>
              <a:rPr lang="en-US" dirty="0" smtClean="0"/>
              <a:t>“ </a:t>
            </a:r>
            <a:r>
              <a:rPr lang="en-US" b="1" dirty="0" smtClean="0"/>
              <a:t>The Significance of Technology at Young Age”. </a:t>
            </a:r>
          </a:p>
          <a:p>
            <a:r>
              <a:rPr lang="en-US" dirty="0" err="1" smtClean="0"/>
              <a:t>Mr</a:t>
            </a:r>
            <a:r>
              <a:rPr lang="en-US" dirty="0" smtClean="0"/>
              <a:t> De Wet and </a:t>
            </a:r>
            <a:r>
              <a:rPr lang="en-US" dirty="0" err="1" smtClean="0"/>
              <a:t>Mr</a:t>
            </a:r>
            <a:r>
              <a:rPr lang="en-US" dirty="0" smtClean="0"/>
              <a:t> Mario -  motivational speakers.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06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9858" y="1227274"/>
            <a:ext cx="2349137" cy="67990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Activities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6028" y="2517956"/>
            <a:ext cx="9350829" cy="1949541"/>
          </a:xfrm>
        </p:spPr>
        <p:txBody>
          <a:bodyPr/>
          <a:lstStyle/>
          <a:p>
            <a:r>
              <a:rPr lang="en-US" dirty="0" smtClean="0"/>
              <a:t>Mindsinaction - practical </a:t>
            </a:r>
            <a:r>
              <a:rPr lang="en-US" dirty="0"/>
              <a:t>robotic activity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Visitation </a:t>
            </a:r>
            <a:r>
              <a:rPr lang="en-US" dirty="0"/>
              <a:t>to </a:t>
            </a:r>
            <a:r>
              <a:rPr lang="en-US" dirty="0" err="1"/>
              <a:t>Meteological</a:t>
            </a:r>
            <a:r>
              <a:rPr lang="en-US" dirty="0"/>
              <a:t> service </a:t>
            </a:r>
            <a:r>
              <a:rPr lang="en-US" dirty="0" smtClean="0"/>
              <a:t>– collection of </a:t>
            </a:r>
            <a:r>
              <a:rPr lang="en-US" dirty="0"/>
              <a:t>weather </a:t>
            </a:r>
            <a:r>
              <a:rPr lang="en-US" dirty="0" smtClean="0"/>
              <a:t>forecast. </a:t>
            </a:r>
            <a:endParaRPr lang="en-US" dirty="0"/>
          </a:p>
          <a:p>
            <a:r>
              <a:rPr lang="en-US" dirty="0"/>
              <a:t>The Ministry of Mines and energy </a:t>
            </a:r>
            <a:r>
              <a:rPr lang="en-US" dirty="0" smtClean="0"/>
              <a:t>– laboratory and museum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42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82015"/>
              </p:ext>
            </p:extLst>
          </p:nvPr>
        </p:nvGraphicFramePr>
        <p:xfrm>
          <a:off x="1353092" y="1867989"/>
          <a:ext cx="8961121" cy="4056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0878">
                  <a:extLst>
                    <a:ext uri="{9D8B030D-6E8A-4147-A177-3AD203B41FA5}">
                      <a16:colId xmlns:a16="http://schemas.microsoft.com/office/drawing/2014/main" val="2356130933"/>
                    </a:ext>
                  </a:extLst>
                </a:gridCol>
                <a:gridCol w="3351870">
                  <a:extLst>
                    <a:ext uri="{9D8B030D-6E8A-4147-A177-3AD203B41FA5}">
                      <a16:colId xmlns:a16="http://schemas.microsoft.com/office/drawing/2014/main" val="1359744262"/>
                    </a:ext>
                  </a:extLst>
                </a:gridCol>
                <a:gridCol w="2258373">
                  <a:extLst>
                    <a:ext uri="{9D8B030D-6E8A-4147-A177-3AD203B41FA5}">
                      <a16:colId xmlns:a16="http://schemas.microsoft.com/office/drawing/2014/main" val="2335675586"/>
                    </a:ext>
                  </a:extLst>
                </a:gridCol>
              </a:tblGrid>
              <a:tr h="856319"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School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No. of teachers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Total Amount paid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6216140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 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 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1172223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Van Rhyn P. S 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4 teachers x N$250.00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N$1 000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8571196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Namutuni P.S.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8 teachers x N$250.00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N$2 000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6355740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Michelle Mclean P.S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3 teachers x N250.00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N$   750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7819798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Green Leaves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 dirty="0">
                          <a:solidFill>
                            <a:schemeClr val="tx1"/>
                          </a:solidFill>
                          <a:effectLst/>
                        </a:rPr>
                        <a:t>1 teacher x N$250.00 (cash)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N$   250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2082530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>
                          <a:effectLst/>
                        </a:rPr>
                        <a:t> 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902048"/>
                  </a:ext>
                </a:extLst>
              </a:tr>
              <a:tr h="454716">
                <a:tc>
                  <a:txBody>
                    <a:bodyPr/>
                    <a:lstStyle/>
                    <a:p>
                      <a:pPr marR="635" indent="29972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" dirty="0">
                          <a:effectLst/>
                        </a:rPr>
                        <a:t>Total Amount received 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635" indent="29972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spc="-5" dirty="0">
                          <a:solidFill>
                            <a:schemeClr val="tx1"/>
                          </a:solidFill>
                          <a:effectLst/>
                        </a:rPr>
                        <a:t>N$4 000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077342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709850" y="825378"/>
            <a:ext cx="4247604" cy="820542"/>
          </a:xfrm>
        </p:spPr>
        <p:txBody>
          <a:bodyPr>
            <a:normAutofit/>
          </a:bodyPr>
          <a:lstStyle/>
          <a:p>
            <a:r>
              <a:rPr lang="en-US" b="1" dirty="0" smtClean="0"/>
              <a:t>Financial Report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189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2412" y="50945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1" descr="signatur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31" t="11186" r="7941" b="9068"/>
          <a:stretch>
            <a:fillRect/>
          </a:stretch>
        </p:blipFill>
        <p:spPr bwMode="auto">
          <a:xfrm>
            <a:off x="5799908" y="640080"/>
            <a:ext cx="4923478" cy="563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94957" y="1308704"/>
            <a:ext cx="4674324" cy="112098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Money paid to the recipients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07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275" y="1096645"/>
            <a:ext cx="3148148" cy="1019538"/>
          </a:xfrm>
        </p:spPr>
        <p:txBody>
          <a:bodyPr>
            <a:normAutofit/>
          </a:bodyPr>
          <a:lstStyle/>
          <a:p>
            <a:r>
              <a:rPr lang="en-US" b="1" dirty="0" smtClean="0"/>
              <a:t>Menu costs</a:t>
            </a:r>
            <a:endParaRPr lang="en-US" b="1" dirty="0"/>
          </a:p>
        </p:txBody>
      </p:sp>
      <p:pic>
        <p:nvPicPr>
          <p:cNvPr id="4098" name="Picture 2" descr="Kios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19023" b="21457"/>
          <a:stretch>
            <a:fillRect/>
          </a:stretch>
        </p:blipFill>
        <p:spPr bwMode="auto">
          <a:xfrm>
            <a:off x="4846319" y="600891"/>
            <a:ext cx="5617028" cy="556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737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992" y="613954"/>
            <a:ext cx="4008181" cy="262563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Money received in cash overran to an amount of 94.80</a:t>
            </a:r>
            <a:endParaRPr lang="en-US" b="1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4585173" y="718456"/>
            <a:ext cx="6216831" cy="5042263"/>
            <a:chOff x="481" y="3325"/>
            <a:chExt cx="11295" cy="9180"/>
          </a:xfrm>
        </p:grpSpPr>
        <p:pic>
          <p:nvPicPr>
            <p:cNvPr id="5124" name="Picture 4" descr="receipts-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85" b="5898"/>
            <a:stretch>
              <a:fillRect/>
            </a:stretch>
          </p:blipFill>
          <p:spPr bwMode="auto">
            <a:xfrm>
              <a:off x="481" y="3325"/>
              <a:ext cx="3735" cy="8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5" name="Picture 5" descr="receipts-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18" r="6139"/>
            <a:stretch>
              <a:fillRect/>
            </a:stretch>
          </p:blipFill>
          <p:spPr bwMode="auto">
            <a:xfrm>
              <a:off x="8011" y="3441"/>
              <a:ext cx="3765" cy="9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6" name="Picture 6" descr="receipts-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783" b="3934"/>
            <a:stretch>
              <a:fillRect/>
            </a:stretch>
          </p:blipFill>
          <p:spPr bwMode="auto">
            <a:xfrm>
              <a:off x="4141" y="3456"/>
              <a:ext cx="3649" cy="5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96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3025" y="475819"/>
            <a:ext cx="4465318" cy="68991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End of the seminar</a:t>
            </a:r>
            <a:endParaRPr 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310973" y="631978"/>
            <a:ext cx="11354160" cy="6226022"/>
            <a:chOff x="232595" y="537996"/>
            <a:chExt cx="11354160" cy="622602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762277" y="983583"/>
              <a:ext cx="3227973" cy="242098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403566" y="1533855"/>
              <a:ext cx="2944949" cy="220871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190678" y="961269"/>
              <a:ext cx="3386182" cy="253963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612278" y="1533856"/>
              <a:ext cx="2944951" cy="220871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106011" y="4262785"/>
              <a:ext cx="2817704" cy="214049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974303" y="4129432"/>
              <a:ext cx="2933821" cy="2291082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6765330" y="1580344"/>
              <a:ext cx="2944949" cy="211573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005533" y="4174788"/>
              <a:ext cx="2933820" cy="220036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354962" y="4388072"/>
              <a:ext cx="2642325" cy="2109567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6542750" y="4138919"/>
              <a:ext cx="2861972" cy="23882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86958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</TotalTime>
  <Words>336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Garamond</vt:lpstr>
      <vt:lpstr>Times New Roman</vt:lpstr>
      <vt:lpstr>Wingdings</vt:lpstr>
      <vt:lpstr>Wingdings 3</vt:lpstr>
      <vt:lpstr>Organic</vt:lpstr>
      <vt:lpstr>PowerPoint Presentation</vt:lpstr>
      <vt:lpstr> Objectives: </vt:lpstr>
      <vt:lpstr>ABSTRACT</vt:lpstr>
      <vt:lpstr>Schools attended</vt:lpstr>
      <vt:lpstr>Presenters</vt:lpstr>
      <vt:lpstr>Activities</vt:lpstr>
      <vt:lpstr>Financial Report</vt:lpstr>
      <vt:lpstr>Money paid to the recipients</vt:lpstr>
      <vt:lpstr>Menu costs</vt:lpstr>
      <vt:lpstr>Money received in cash overran to an amount of 94.80</vt:lpstr>
      <vt:lpstr>End of the seminar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Leena Iileka</dc:creator>
  <cp:lastModifiedBy>Leena Iileka</cp:lastModifiedBy>
  <cp:revision>11</cp:revision>
  <dcterms:created xsi:type="dcterms:W3CDTF">2022-10-12T19:12:41Z</dcterms:created>
  <dcterms:modified xsi:type="dcterms:W3CDTF">2022-10-12T20:30:34Z</dcterms:modified>
</cp:coreProperties>
</file>