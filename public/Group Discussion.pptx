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4607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4508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1830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7057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4569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3616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9773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647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2725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072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6022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A7CE8-8B10-4406-92CB-E527D221A801}" type="datetimeFigureOut">
              <a:rPr lang="en-ZA" smtClean="0"/>
              <a:t>2022/10/03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E4D1C-992E-4113-8FF5-394E7B9ECDE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4708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ndsinaction.com.na/" TargetMode="External"/><Relationship Id="rId2" Type="http://schemas.openxmlformats.org/officeDocument/2006/relationships/hyperlink" Target="mailto:ndaudika@mindsinaction.com.n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99" y="1122362"/>
            <a:ext cx="9912439" cy="4595857"/>
          </a:xfrm>
        </p:spPr>
        <p:txBody>
          <a:bodyPr anchor="ctr">
            <a:normAutofit/>
          </a:bodyPr>
          <a:lstStyle/>
          <a:p>
            <a:r>
              <a:rPr lang="en-ZA" sz="11500" dirty="0" smtClean="0"/>
              <a:t>Group Discussion </a:t>
            </a:r>
            <a:endParaRPr lang="en-ZA" sz="11500" dirty="0"/>
          </a:p>
        </p:txBody>
      </p:sp>
    </p:spTree>
    <p:extLst>
      <p:ext uri="{BB962C8B-B14F-4D97-AF65-F5344CB8AC3E}">
        <p14:creationId xmlns:p14="http://schemas.microsoft.com/office/powerpoint/2010/main" val="328179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63698"/>
          </a:xfrm>
        </p:spPr>
        <p:txBody>
          <a:bodyPr>
            <a:normAutofit/>
          </a:bodyPr>
          <a:lstStyle/>
          <a:p>
            <a:pPr algn="ctr"/>
            <a:r>
              <a:rPr lang="en-ZA" sz="6000" dirty="0" err="1" smtClean="0"/>
              <a:t>Ambicious</a:t>
            </a:r>
            <a:r>
              <a:rPr lang="en-ZA" sz="6000" dirty="0" smtClean="0"/>
              <a:t> </a:t>
            </a:r>
            <a:r>
              <a:rPr lang="en-ZA" sz="6000" dirty="0" err="1" smtClean="0"/>
              <a:t>Lifasi</a:t>
            </a:r>
            <a:r>
              <a:rPr lang="en-ZA" sz="6000" dirty="0" smtClean="0"/>
              <a:t/>
            </a:r>
            <a:br>
              <a:rPr lang="en-ZA" sz="6000" dirty="0" smtClean="0"/>
            </a:br>
            <a:r>
              <a:rPr lang="en-ZA" sz="6000" dirty="0" smtClean="0"/>
              <a:t> 0813772724</a:t>
            </a:r>
            <a:br>
              <a:rPr lang="en-ZA" sz="6000" dirty="0" smtClean="0"/>
            </a:br>
            <a:r>
              <a:rPr lang="en-ZA" sz="6000" dirty="0" smtClean="0"/>
              <a:t/>
            </a:r>
            <a:br>
              <a:rPr lang="en-ZA" sz="6000" dirty="0" smtClean="0"/>
            </a:br>
            <a:r>
              <a:rPr lang="en-ZA" sz="6000" dirty="0" smtClean="0"/>
              <a:t>NUST</a:t>
            </a:r>
            <a:r>
              <a:rPr lang="en-ZA" sz="6000" dirty="0"/>
              <a:t/>
            </a:r>
            <a:br>
              <a:rPr lang="en-ZA" sz="6000" dirty="0"/>
            </a:br>
            <a:r>
              <a:rPr lang="en-ZA" sz="6000" dirty="0" smtClean="0"/>
              <a:t>Department of Physics </a:t>
            </a:r>
            <a:endParaRPr lang="en-ZA" sz="6000" dirty="0"/>
          </a:p>
        </p:txBody>
      </p:sp>
    </p:spTree>
    <p:extLst>
      <p:ext uri="{BB962C8B-B14F-4D97-AF65-F5344CB8AC3E}">
        <p14:creationId xmlns:p14="http://schemas.microsoft.com/office/powerpoint/2010/main" val="422525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u="sng" dirty="0" err="1" smtClean="0"/>
              <a:t>Ndaudika</a:t>
            </a:r>
            <a:r>
              <a:rPr lang="en-ZA" u="sng" dirty="0" smtClean="0"/>
              <a:t> </a:t>
            </a:r>
            <a:r>
              <a:rPr lang="en-ZA" u="sng" dirty="0" err="1" smtClean="0"/>
              <a:t>Mulundileni</a:t>
            </a:r>
            <a:endParaRPr lang="en-ZA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ZA" sz="4400" u="sng" dirty="0" err="1" smtClean="0"/>
              <a:t>Mindsinaction</a:t>
            </a:r>
            <a:endParaRPr lang="en-ZA" sz="4400" u="sng" dirty="0" smtClean="0"/>
          </a:p>
          <a:p>
            <a:pPr marL="0" indent="0" algn="ctr">
              <a:buNone/>
            </a:pPr>
            <a:endParaRPr lang="en-ZA" sz="4400" u="sng" dirty="0" smtClean="0"/>
          </a:p>
          <a:p>
            <a:pPr marL="0" indent="0" algn="ctr">
              <a:buNone/>
            </a:pPr>
            <a:r>
              <a:rPr lang="en-ZA" sz="4400" dirty="0" smtClean="0"/>
              <a:t>Cell: +264 813630529</a:t>
            </a:r>
          </a:p>
          <a:p>
            <a:pPr marL="0" indent="0" algn="ctr">
              <a:buNone/>
            </a:pPr>
            <a:r>
              <a:rPr lang="en-ZA" sz="4400" dirty="0" smtClean="0">
                <a:hlinkClick r:id="rId2"/>
              </a:rPr>
              <a:t>ndaudika@mindsinaction.com.na</a:t>
            </a:r>
            <a:endParaRPr lang="en-ZA" sz="4400" dirty="0" smtClean="0"/>
          </a:p>
          <a:p>
            <a:pPr marL="0" indent="0" algn="ctr">
              <a:buNone/>
            </a:pPr>
            <a:r>
              <a:rPr lang="en-ZA" sz="4400" dirty="0" smtClean="0">
                <a:hlinkClick r:id="rId3"/>
              </a:rPr>
              <a:t>www.mindsinaction.com.na</a:t>
            </a:r>
            <a:endParaRPr lang="en-ZA" sz="4400" dirty="0" smtClean="0"/>
          </a:p>
          <a:p>
            <a:pPr marL="0" indent="0">
              <a:buNone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7818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14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Group Discussion </vt:lpstr>
      <vt:lpstr>Ambicious Lifasi  0813772724  NUST Department of Physics </vt:lpstr>
      <vt:lpstr>Ndaudika Mulundileni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Discussion</dc:title>
  <dc:creator>User</dc:creator>
  <cp:lastModifiedBy>User</cp:lastModifiedBy>
  <cp:revision>4</cp:revision>
  <dcterms:created xsi:type="dcterms:W3CDTF">2022-10-03T10:24:47Z</dcterms:created>
  <dcterms:modified xsi:type="dcterms:W3CDTF">2022-10-03T19:47:26Z</dcterms:modified>
</cp:coreProperties>
</file>